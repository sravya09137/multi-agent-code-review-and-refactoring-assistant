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79" d="100"/>
          <a:sy n="79" d="100"/>
        </p:scale>
        <p:origin x="830" y="7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ya Kandala" userId="f63b30e7f4e28e23" providerId="LiveId" clId="{552D5235-524B-43BF-B82F-68E13ED770E8}"/>
    <pc:docChg chg="modSld">
      <pc:chgData name="Sravya Kandala" userId="f63b30e7f4e28e23" providerId="LiveId" clId="{552D5235-524B-43BF-B82F-68E13ED770E8}" dt="2026-09-25T18:25:01.809" v="0" actId="20577"/>
      <pc:docMkLst>
        <pc:docMk/>
      </pc:docMkLst>
      <pc:sldChg chg="modSp mod">
        <pc:chgData name="Sravya Kandala" userId="f63b30e7f4e28e23" providerId="LiveId" clId="{552D5235-524B-43BF-B82F-68E13ED770E8}" dt="2026-09-25T18:25:01.809" v="0" actId="20577"/>
        <pc:sldMkLst>
          <pc:docMk/>
          <pc:sldMk cId="0" sldId="259"/>
        </pc:sldMkLst>
        <pc:spChg chg="mod">
          <ac:chgData name="Sravya Kandala" userId="f63b30e7f4e28e23" providerId="LiveId" clId="{552D5235-524B-43BF-B82F-68E13ED770E8}" dt="2026-09-25T18:25:01.809" v="0" actId="20577"/>
          <ac:spMkLst>
            <pc:docMk/>
            <pc:sldMk cId="0" sldId="259"/>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9/25/2026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9/25/2026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9/25/2026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9/25/2026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9/25/2026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9/25/2026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9/25/2026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9/25/2026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9/25/2026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9/25/2026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9/25/2026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9/25/2026</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1586" y="807416"/>
            <a:ext cx="9753600" cy="1458607"/>
          </a:xfrm>
        </p:spPr>
        <p:txBody>
          <a:bodyPr>
            <a:normAutofit fontScale="90000"/>
          </a:bodyPr>
          <a:lstStyle/>
          <a:p>
            <a:pPr marL="425450">
              <a:lnSpc>
                <a:spcPct val="100000"/>
              </a:lnSpc>
              <a:spcBef>
                <a:spcPts val="100"/>
              </a:spcBef>
            </a:pPr>
            <a:r>
              <a:rPr lang="en-US" sz="1800" b="1" dirty="0">
                <a:latin typeface="Times New Roman" panose="02020603050405020304"/>
                <a:cs typeface="Times New Roman" panose="02020603050405020304"/>
              </a:rPr>
              <a:t>KOMMURI</a:t>
            </a:r>
            <a:r>
              <a:rPr lang="en-US" sz="1800" b="1" spc="-6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PRATAP</a:t>
            </a:r>
            <a:r>
              <a:rPr lang="en-US" sz="1800" b="1" spc="-4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REDDY</a:t>
            </a:r>
            <a:r>
              <a:rPr lang="en-US" sz="1800" b="1" spc="-4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INSTITUTE</a:t>
            </a:r>
            <a:r>
              <a:rPr lang="en-US" sz="1800" b="1" spc="-30" dirty="0">
                <a:latin typeface="Times New Roman" panose="02020603050405020304"/>
                <a:cs typeface="Times New Roman" panose="02020603050405020304"/>
              </a:rPr>
              <a:t> </a:t>
            </a:r>
            <a:r>
              <a:rPr lang="en-US" sz="1800" b="1" dirty="0">
                <a:latin typeface="Times New Roman" panose="02020603050405020304"/>
                <a:cs typeface="Times New Roman" panose="02020603050405020304"/>
              </a:rPr>
              <a:t>OF</a:t>
            </a:r>
            <a:r>
              <a:rPr lang="en-US" sz="1800" b="1" spc="-45" dirty="0">
                <a:latin typeface="Times New Roman" panose="02020603050405020304"/>
                <a:cs typeface="Times New Roman" panose="02020603050405020304"/>
              </a:rPr>
              <a:t> </a:t>
            </a:r>
            <a:r>
              <a:rPr lang="en-US" sz="1800" b="1" spc="-10" dirty="0">
                <a:latin typeface="Times New Roman" panose="02020603050405020304"/>
                <a:cs typeface="Times New Roman" panose="02020603050405020304"/>
              </a:rPr>
              <a:t>TECHNOLOGY </a:t>
            </a:r>
            <a:br>
              <a:rPr lang="en-US" sz="1800" dirty="0">
                <a:latin typeface="Times New Roman" panose="02020603050405020304"/>
                <a:cs typeface="Times New Roman" panose="02020603050405020304"/>
              </a:rPr>
            </a:br>
            <a:r>
              <a:rPr lang="en-US" sz="1800" b="1" spc="-10" dirty="0">
                <a:latin typeface="Times New Roman" panose="02020603050405020304"/>
                <a:cs typeface="Times New Roman" panose="02020603050405020304"/>
              </a:rPr>
              <a:t>(UGC-</a:t>
            </a:r>
            <a:r>
              <a:rPr lang="en-US" sz="1800" b="1" dirty="0">
                <a:latin typeface="Times New Roman" panose="02020603050405020304"/>
                <a:cs typeface="Times New Roman" panose="02020603050405020304"/>
              </a:rPr>
              <a:t>Autonomous</a:t>
            </a:r>
            <a:r>
              <a:rPr lang="en-US" sz="1800" b="1" spc="-30" dirty="0">
                <a:latin typeface="Times New Roman" panose="02020603050405020304"/>
                <a:cs typeface="Times New Roman" panose="02020603050405020304"/>
              </a:rPr>
              <a:t> </a:t>
            </a:r>
            <a:r>
              <a:rPr lang="en-US" sz="1800" b="1" spc="-10" dirty="0">
                <a:latin typeface="Times New Roman" panose="02020603050405020304"/>
                <a:cs typeface="Times New Roman" panose="02020603050405020304"/>
              </a:rPr>
              <a:t>Institution)</a:t>
            </a:r>
            <a:br>
              <a:rPr lang="en-US" sz="1800" b="1" spc="-10" dirty="0">
                <a:latin typeface="Times New Roman" panose="02020603050405020304"/>
                <a:cs typeface="Times New Roman" panose="02020603050405020304"/>
              </a:rPr>
            </a:br>
            <a:r>
              <a:rPr lang="en-IN" sz="1800" b="1" dirty="0" err="1">
                <a:latin typeface="Times New Roman" panose="02020603050405020304"/>
                <a:cs typeface="Times New Roman" panose="02020603050405020304"/>
              </a:rPr>
              <a:t>Ghanpur</a:t>
            </a:r>
            <a:r>
              <a:rPr lang="en-IN" sz="1800" b="1" dirty="0">
                <a:latin typeface="Times New Roman" panose="02020603050405020304"/>
                <a:cs typeface="Times New Roman" panose="02020603050405020304"/>
              </a:rPr>
              <a:t>(V),</a:t>
            </a:r>
            <a:r>
              <a:rPr lang="en-IN" sz="1800" b="1" spc="-45" dirty="0">
                <a:latin typeface="Times New Roman" panose="02020603050405020304"/>
                <a:cs typeface="Times New Roman" panose="02020603050405020304"/>
              </a:rPr>
              <a:t> </a:t>
            </a:r>
            <a:r>
              <a:rPr lang="en-IN" sz="1800" b="1" dirty="0" err="1">
                <a:latin typeface="Times New Roman" panose="02020603050405020304"/>
                <a:cs typeface="Times New Roman" panose="02020603050405020304"/>
              </a:rPr>
              <a:t>Ghatkesar</a:t>
            </a:r>
            <a:r>
              <a:rPr lang="en-IN" sz="1800" b="1" dirty="0">
                <a:latin typeface="Times New Roman" panose="02020603050405020304"/>
                <a:cs typeface="Times New Roman" panose="02020603050405020304"/>
              </a:rPr>
              <a:t>(M),</a:t>
            </a:r>
            <a:r>
              <a:rPr lang="en-IN" sz="1800" b="1" spc="-45" dirty="0">
                <a:latin typeface="Times New Roman" panose="02020603050405020304"/>
                <a:cs typeface="Times New Roman" panose="02020603050405020304"/>
              </a:rPr>
              <a:t> </a:t>
            </a:r>
            <a:r>
              <a:rPr lang="en-IN" sz="1800" b="1" dirty="0" err="1">
                <a:latin typeface="Times New Roman" panose="02020603050405020304"/>
                <a:cs typeface="Times New Roman" panose="02020603050405020304"/>
              </a:rPr>
              <a:t>Medchal</a:t>
            </a:r>
            <a:r>
              <a:rPr lang="en-IN" sz="1800" b="1" dirty="0">
                <a:latin typeface="Times New Roman" panose="02020603050405020304"/>
                <a:cs typeface="Times New Roman" panose="02020603050405020304"/>
              </a:rPr>
              <a:t>(D),</a:t>
            </a:r>
            <a:r>
              <a:rPr lang="en-IN" sz="1800" b="1" spc="-60" dirty="0">
                <a:latin typeface="Times New Roman" panose="02020603050405020304"/>
                <a:cs typeface="Times New Roman" panose="02020603050405020304"/>
              </a:rPr>
              <a:t> </a:t>
            </a:r>
            <a:r>
              <a:rPr lang="en-IN" sz="1800" b="1" spc="-10" dirty="0">
                <a:latin typeface="Times New Roman" panose="02020603050405020304"/>
                <a:cs typeface="Times New Roman" panose="02020603050405020304"/>
              </a:rPr>
              <a:t>Hyderabad-500088</a:t>
            </a:r>
            <a:br>
              <a:rPr lang="en-IN" sz="1800" dirty="0">
                <a:latin typeface="Times New Roman" panose="02020603050405020304"/>
                <a:cs typeface="Times New Roman" panose="02020603050405020304"/>
              </a:rPr>
            </a:br>
            <a:br>
              <a:rPr lang="en-IN" sz="1800" dirty="0">
                <a:latin typeface="Times New Roman" panose="02020603050405020304"/>
                <a:cs typeface="Times New Roman" panose="02020603050405020304"/>
              </a:rPr>
            </a:br>
            <a:endParaRPr lang="en-IN"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91585" y="2738878"/>
            <a:ext cx="10205679" cy="1806281"/>
          </a:xfrm>
        </p:spPr>
        <p:txBody>
          <a:bodyPr>
            <a:normAutofit lnSpcReduction="10000"/>
          </a:bodyPr>
          <a:lstStyle/>
          <a:p>
            <a:pPr marL="391160">
              <a:lnSpc>
                <a:spcPct val="100000"/>
              </a:lnSpc>
            </a:pPr>
            <a:r>
              <a:rPr lang="en-IN" u="sng" spc="-229" dirty="0">
                <a:uFill>
                  <a:solidFill>
                    <a:srgbClr val="000000"/>
                  </a:solidFill>
                </a:uFill>
                <a:latin typeface="Times New Roman" panose="02020603050405020304" pitchFamily="18" charset="0"/>
                <a:cs typeface="Times New Roman" panose="02020603050405020304" pitchFamily="18" charset="0"/>
              </a:rPr>
              <a:t>DEPARTMENT</a:t>
            </a:r>
            <a:r>
              <a:rPr lang="en-IN" u="sng" spc="5" dirty="0">
                <a:uFill>
                  <a:solidFill>
                    <a:srgbClr val="000000"/>
                  </a:solidFill>
                </a:uFill>
                <a:latin typeface="Times New Roman" panose="02020603050405020304" pitchFamily="18" charset="0"/>
                <a:cs typeface="Times New Roman" panose="02020603050405020304" pitchFamily="18" charset="0"/>
              </a:rPr>
              <a:t> </a:t>
            </a:r>
            <a:r>
              <a:rPr lang="en-IN" u="sng" spc="-165" dirty="0">
                <a:uFill>
                  <a:solidFill>
                    <a:srgbClr val="000000"/>
                  </a:solidFill>
                </a:uFill>
                <a:latin typeface="Times New Roman" panose="02020603050405020304" pitchFamily="18" charset="0"/>
                <a:cs typeface="Times New Roman" panose="02020603050405020304" pitchFamily="18" charset="0"/>
              </a:rPr>
              <a:t>OF</a:t>
            </a:r>
            <a:r>
              <a:rPr lang="en-IN" u="sng" spc="35" dirty="0">
                <a:uFill>
                  <a:solidFill>
                    <a:srgbClr val="000000"/>
                  </a:solidFill>
                </a:uFill>
                <a:latin typeface="Times New Roman" panose="02020603050405020304" pitchFamily="18" charset="0"/>
                <a:cs typeface="Times New Roman" panose="02020603050405020304" pitchFamily="18" charset="0"/>
              </a:rPr>
              <a:t> </a:t>
            </a:r>
            <a:r>
              <a:rPr lang="en-IN" u="sng" spc="-220" dirty="0">
                <a:uFill>
                  <a:solidFill>
                    <a:srgbClr val="000000"/>
                  </a:solidFill>
                </a:uFill>
                <a:latin typeface="Times New Roman" panose="02020603050405020304" pitchFamily="18" charset="0"/>
                <a:cs typeface="Times New Roman" panose="02020603050405020304" pitchFamily="18" charset="0"/>
              </a:rPr>
              <a:t>COMPUTER</a:t>
            </a:r>
            <a:r>
              <a:rPr lang="en-IN" u="sng" spc="20" dirty="0">
                <a:uFill>
                  <a:solidFill>
                    <a:srgbClr val="000000"/>
                  </a:solidFill>
                </a:uFill>
                <a:latin typeface="Times New Roman" panose="02020603050405020304" pitchFamily="18" charset="0"/>
                <a:cs typeface="Times New Roman" panose="02020603050405020304" pitchFamily="18" charset="0"/>
              </a:rPr>
              <a:t> </a:t>
            </a:r>
            <a:r>
              <a:rPr lang="en-IN" u="sng" spc="-245" dirty="0">
                <a:uFill>
                  <a:solidFill>
                    <a:srgbClr val="000000"/>
                  </a:solidFill>
                </a:uFill>
                <a:latin typeface="Times New Roman" panose="02020603050405020304" pitchFamily="18" charset="0"/>
                <a:cs typeface="Times New Roman" panose="02020603050405020304" pitchFamily="18" charset="0"/>
              </a:rPr>
              <a:t>SCIENCE</a:t>
            </a:r>
            <a:r>
              <a:rPr lang="en-IN" u="sng" spc="45" dirty="0">
                <a:uFill>
                  <a:solidFill>
                    <a:srgbClr val="000000"/>
                  </a:solidFill>
                </a:uFill>
                <a:latin typeface="Times New Roman" panose="02020603050405020304" pitchFamily="18" charset="0"/>
                <a:cs typeface="Times New Roman" panose="02020603050405020304" pitchFamily="18" charset="0"/>
              </a:rPr>
              <a:t> </a:t>
            </a:r>
            <a:r>
              <a:rPr lang="en-IN" u="sng" spc="-90" dirty="0">
                <a:uFill>
                  <a:solidFill>
                    <a:srgbClr val="000000"/>
                  </a:solidFill>
                </a:uFill>
                <a:latin typeface="Times New Roman" panose="02020603050405020304" pitchFamily="18" charset="0"/>
                <a:cs typeface="Times New Roman" panose="02020603050405020304" pitchFamily="18" charset="0"/>
              </a:rPr>
              <a:t>ENGINEERING (AI&amp;ML)</a:t>
            </a:r>
          </a:p>
          <a:p>
            <a:pPr marL="391160">
              <a:lnSpc>
                <a:spcPct val="100000"/>
              </a:lnSpc>
            </a:pPr>
            <a:r>
              <a:rPr lang="en-IN" sz="2000" dirty="0">
                <a:latin typeface="Arial MT"/>
                <a:cs typeface="Arial MT"/>
              </a:rPr>
              <a:t>IOMP  REVIEW - 01</a:t>
            </a:r>
          </a:p>
          <a:p>
            <a:pPr marL="391160">
              <a:lnSpc>
                <a:spcPct val="100000"/>
              </a:lnSpc>
            </a:pPr>
            <a:endParaRPr lang="en-IN" sz="2000" dirty="0">
              <a:latin typeface="Arial MT"/>
              <a:cs typeface="Arial MT"/>
            </a:endParaRPr>
          </a:p>
          <a:p>
            <a:pPr>
              <a:lnSpc>
                <a:spcPct val="100000"/>
              </a:lnSpc>
              <a:spcBef>
                <a:spcPts val="265"/>
              </a:spcBef>
            </a:pPr>
            <a:r>
              <a:rPr lang="en-US" altLang="en-IN" sz="2000" b="1" dirty="0">
                <a:latin typeface="Times New Roman" panose="02020603050405020304" pitchFamily="18" charset="0"/>
                <a:cs typeface="Times New Roman" panose="02020603050405020304" pitchFamily="18" charset="0"/>
              </a:rPr>
              <a:t>MULTI-AGENT CODE REVIEW AND REFACTORING ASSISTANT</a:t>
            </a:r>
          </a:p>
        </p:txBody>
      </p:sp>
      <p:pic>
        <p:nvPicPr>
          <p:cNvPr id="4" name="object 5"/>
          <p:cNvPicPr/>
          <p:nvPr/>
        </p:nvPicPr>
        <p:blipFill>
          <a:blip r:embed="rId2" cstate="print"/>
          <a:stretch>
            <a:fillRect/>
          </a:stretch>
        </p:blipFill>
        <p:spPr>
          <a:xfrm>
            <a:off x="1346814" y="867672"/>
            <a:ext cx="1153795" cy="860234"/>
          </a:xfrm>
          <a:prstGeom prst="rect">
            <a:avLst/>
          </a:prstGeom>
        </p:spPr>
      </p:pic>
      <p:pic>
        <p:nvPicPr>
          <p:cNvPr id="5" name="object 6"/>
          <p:cNvPicPr/>
          <p:nvPr/>
        </p:nvPicPr>
        <p:blipFill>
          <a:blip r:embed="rId3" cstate="print"/>
          <a:stretch>
            <a:fillRect/>
          </a:stretch>
        </p:blipFill>
        <p:spPr>
          <a:xfrm>
            <a:off x="9886336" y="916233"/>
            <a:ext cx="958850" cy="876935"/>
          </a:xfrm>
          <a:prstGeom prst="rect">
            <a:avLst/>
          </a:prstGeom>
        </p:spPr>
      </p:pic>
      <p:sp>
        <p:nvSpPr>
          <p:cNvPr id="6" name="TextBox 5"/>
          <p:cNvSpPr txBox="1"/>
          <p:nvPr/>
        </p:nvSpPr>
        <p:spPr>
          <a:xfrm>
            <a:off x="983226" y="5018014"/>
            <a:ext cx="3569109" cy="1322070"/>
          </a:xfrm>
          <a:prstGeom prst="rect">
            <a:avLst/>
          </a:prstGeom>
          <a:noFill/>
        </p:spPr>
        <p:txBody>
          <a:bodyPr wrap="square" rtlCol="0">
            <a:spAutoFit/>
          </a:bodyPr>
          <a:lstStyle/>
          <a:p>
            <a:r>
              <a:rPr lang="en-IN" sz="1600" u="sng" dirty="0">
                <a:latin typeface="Times New Roman" panose="02020603050405020304" pitchFamily="18" charset="0"/>
                <a:cs typeface="Times New Roman" panose="02020603050405020304" pitchFamily="18" charset="0"/>
              </a:rPr>
              <a:t> UNDER THE GUIDANCE OF :</a:t>
            </a:r>
          </a:p>
          <a:p>
            <a:endParaRPr lang="en-IN" sz="1600" u="sng"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G. DIVYA</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AS</a:t>
            </a:r>
            <a:r>
              <a:rPr lang="en-US" altLang="en-IN" sz="1600" dirty="0">
                <a:latin typeface="Times New Roman" panose="02020603050405020304" pitchFamily="18" charset="0"/>
                <a:cs typeface="Times New Roman" panose="02020603050405020304" pitchFamily="18" charset="0"/>
              </a:rPr>
              <a:t>SISTANT</a:t>
            </a:r>
            <a:r>
              <a:rPr lang="en-IN" sz="1600" dirty="0">
                <a:latin typeface="Times New Roman" panose="02020603050405020304" pitchFamily="18" charset="0"/>
                <a:cs typeface="Times New Roman" panose="02020603050405020304" pitchFamily="18" charset="0"/>
              </a:rPr>
              <a:t> PROFESSOR</a:t>
            </a:r>
          </a:p>
          <a:p>
            <a:r>
              <a:rPr lang="en-IN" sz="1600" dirty="0">
                <a:latin typeface="Times New Roman" panose="02020603050405020304" pitchFamily="18" charset="0"/>
                <a:cs typeface="Times New Roman" panose="02020603050405020304" pitchFamily="18" charset="0"/>
              </a:rPr>
              <a:t> DEPARTMENT OF CSE (AI &amp; ML)</a:t>
            </a:r>
          </a:p>
        </p:txBody>
      </p:sp>
      <p:sp>
        <p:nvSpPr>
          <p:cNvPr id="8" name="TextBox 7"/>
          <p:cNvSpPr txBox="1"/>
          <p:nvPr/>
        </p:nvSpPr>
        <p:spPr>
          <a:xfrm>
            <a:off x="7181850" y="4986655"/>
            <a:ext cx="3950970" cy="1845310"/>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             </a:t>
            </a:r>
            <a:r>
              <a:rPr lang="en-IN" sz="1600" u="sng" dirty="0">
                <a:latin typeface="Times New Roman" panose="02020603050405020304" pitchFamily="18" charset="0"/>
                <a:cs typeface="Times New Roman" panose="02020603050405020304" pitchFamily="18" charset="0"/>
              </a:rPr>
              <a:t>PRESENTED BY :</a:t>
            </a:r>
          </a:p>
          <a:p>
            <a:endParaRPr lang="en-IN" sz="1600" u="sng"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K SRAVYA (23RA1A66B4)</a:t>
            </a:r>
          </a:p>
          <a:p>
            <a:r>
              <a:rPr lang="en-IN" sz="1600" dirty="0">
                <a:latin typeface="Times New Roman" panose="02020603050405020304" pitchFamily="18" charset="0"/>
                <a:cs typeface="Times New Roman" panose="02020603050405020304" pitchFamily="18" charset="0"/>
              </a:rPr>
              <a:t>     N.</a:t>
            </a:r>
            <a:r>
              <a:rPr lang="en-US" altLang="en-IN" sz="1600" dirty="0">
                <a:latin typeface="Times New Roman" panose="02020603050405020304" pitchFamily="18" charset="0"/>
                <a:cs typeface="Times New Roman" panose="02020603050405020304" pitchFamily="18" charset="0"/>
              </a:rPr>
              <a:t> PUJITHA</a:t>
            </a:r>
            <a:r>
              <a:rPr lang="en-IN" sz="1600" dirty="0">
                <a:latin typeface="Times New Roman" panose="02020603050405020304" pitchFamily="18" charset="0"/>
                <a:cs typeface="Times New Roman" panose="02020603050405020304" pitchFamily="18" charset="0"/>
              </a:rPr>
              <a:t> (23RA1A66</a:t>
            </a:r>
            <a:r>
              <a:rPr lang="en-US" altLang="en-IN" sz="1600" dirty="0">
                <a:latin typeface="Times New Roman" panose="02020603050405020304" pitchFamily="18" charset="0"/>
                <a:cs typeface="Times New Roman" panose="02020603050405020304" pitchFamily="18" charset="0"/>
              </a:rPr>
              <a:t>76</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K. YESHWANTH </a:t>
            </a:r>
            <a:r>
              <a:rPr lang="en-IN" sz="1600" dirty="0">
                <a:latin typeface="Times New Roman" panose="02020603050405020304" pitchFamily="18" charset="0"/>
                <a:cs typeface="Times New Roman" panose="02020603050405020304" pitchFamily="18" charset="0"/>
              </a:rPr>
              <a:t>  (23RA1A66</a:t>
            </a:r>
            <a:r>
              <a:rPr lang="en-US" altLang="en-IN" sz="1600" dirty="0">
                <a:latin typeface="Times New Roman" panose="02020603050405020304" pitchFamily="18" charset="0"/>
                <a:cs typeface="Times New Roman" panose="02020603050405020304" pitchFamily="18" charset="0"/>
              </a:rPr>
              <a:t>D9</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    P. VINITH (23RA1A66D2)</a:t>
            </a:r>
            <a:endParaRPr lang="en-IN" sz="16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latin typeface="Times New Roman" panose="02020603050405020304" pitchFamily="18" charset="0"/>
                <a:cs typeface="Times New Roman" panose="02020603050405020304" pitchFamily="18" charset="0"/>
              </a:rPr>
              <a:t>PROBLEM STATEMENT :</a:t>
            </a:r>
          </a:p>
        </p:txBody>
      </p:sp>
      <p:sp>
        <p:nvSpPr>
          <p:cNvPr id="3" name="Content Placeholder 2"/>
          <p:cNvSpPr>
            <a:spLocks noGrp="1"/>
          </p:cNvSpPr>
          <p:nvPr>
            <p:ph idx="1"/>
            <p:custDataLst>
              <p:tags r:id="rId2"/>
            </p:custDataLst>
          </p:nvPr>
        </p:nvSpPr>
        <p:spPr/>
        <p:txBody>
          <a:bodyPr/>
          <a:lstStyle/>
          <a:p>
            <a:r>
              <a:rPr lang="en-US" altLang="en-US" sz="2400">
                <a:latin typeface="Times New Roman" panose="02020603050405020304" pitchFamily="18" charset="0"/>
                <a:cs typeface="Times New Roman" panose="02020603050405020304" pitchFamily="18" charset="0"/>
              </a:rPr>
              <a:t>Manual code reviews are time-consuming and may miss code-quality and security issues.</a:t>
            </a:r>
          </a:p>
          <a:p>
            <a:r>
              <a:rPr lang="en-US" altLang="en-US" sz="2400">
                <a:latin typeface="Times New Roman" panose="02020603050405020304" pitchFamily="18" charset="0"/>
                <a:cs typeface="Times New Roman" panose="02020603050405020304" pitchFamily="18" charset="0"/>
              </a:rPr>
              <a:t>Developers need an intelligent system to automatically detect bugs, code smells, and vulnerabilities.</a:t>
            </a:r>
          </a:p>
          <a:p>
            <a:r>
              <a:rPr lang="en-US" altLang="en-US" sz="2400">
                <a:latin typeface="Times New Roman" panose="02020603050405020304" pitchFamily="18" charset="0"/>
                <a:cs typeface="Times New Roman" panose="02020603050405020304" pitchFamily="18" charset="0"/>
              </a:rPr>
              <a:t>Refactoring complex code and writing unit tests manually requires significant effort and expertise.</a:t>
            </a:r>
          </a:p>
          <a:p>
            <a:r>
              <a:rPr lang="en-US" altLang="en-US" sz="2400">
                <a:latin typeface="Times New Roman" panose="02020603050405020304" pitchFamily="18" charset="0"/>
                <a:cs typeface="Times New Roman" panose="02020603050405020304" pitchFamily="18" charset="0"/>
              </a:rPr>
              <a:t>A multi-agent AI system is needed to review code, suggest improvements, generate tests, and apply changes only after human approval.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pPr algn="just"/>
            <a:r>
              <a:rPr lang="en-US" dirty="0">
                <a:latin typeface="Times New Roman" panose="02020603050405020304" pitchFamily="18" charset="0"/>
                <a:cs typeface="Times New Roman" panose="02020603050405020304" pitchFamily="18" charset="0"/>
              </a:rPr>
              <a:t>                         ABSTRACT</a:t>
            </a:r>
          </a:p>
        </p:txBody>
      </p:sp>
      <p:sp>
        <p:nvSpPr>
          <p:cNvPr id="3" name="Content Placeholder 2"/>
          <p:cNvSpPr>
            <a:spLocks noGrp="1"/>
          </p:cNvSpPr>
          <p:nvPr>
            <p:ph idx="1"/>
            <p:custDataLst>
              <p:tags r:id="rId2"/>
            </p:custDataLst>
          </p:nvPr>
        </p:nvSpPr>
        <p:spPr>
          <a:xfrm>
            <a:off x="1191895" y="1490345"/>
            <a:ext cx="9925050" cy="4759325"/>
          </a:xfrm>
        </p:spPr>
        <p:txBody>
          <a:bodyPr/>
          <a:lstStyle/>
          <a:p>
            <a:pPr marL="0" indent="0" algn="just">
              <a:buNone/>
            </a:pPr>
            <a:r>
              <a:rPr lang="en-US" altLang="en-US" sz="2000">
                <a:latin typeface="Times New Roman" panose="02020603050405020304" pitchFamily="18" charset="0"/>
                <a:cs typeface="Times New Roman" panose="02020603050405020304" pitchFamily="18" charset="0"/>
              </a:rPr>
              <a:t>This project proposes a Multi-Agent Code Review and Refactoring Assistant, an AI-powered system that automates code review, refactoring, and test generation using specialized intelligent agents. A Code Reviewer Agent detects code quality issues, security vulnerabilities, and complexity problems using LLMs and tools such as Pylint and Bandit. A Refactoring Agent suggests optimized improvements, while a Test Generation Agent creates unit tests to validate the changes. Using LangGraph or CrewAI for agent coordination and human approval for modifications, the system aims to improve code quality, security, reliability, and developer productivity while supporting integration with modern CI/CD workflows.</a:t>
            </a:r>
          </a:p>
          <a:p>
            <a:pPr algn="just"/>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Words>
  <Application>Microsoft Office PowerPoint</Application>
  <PresentationFormat>Widescreen</PresentationFormat>
  <Paragraphs>23</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Arial MT</vt:lpstr>
      <vt:lpstr>Times New Roman</vt:lpstr>
      <vt:lpstr>Wingdings</vt:lpstr>
      <vt:lpstr>WPS</vt:lpstr>
      <vt:lpstr>KOMMURI PRATAP REDDY INSTITUTE OF TECHNOLOGY  (UGC-Autonomous Institution) Ghanpur(V), Ghatkesar(M), Medchal(D), Hyderabad-500088  </vt:lpstr>
      <vt:lpstr>PROBLEM STATEMENT :</vt:lpstr>
      <vt:lpstr>                         ABSTRACT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KOMMURI PRATAP REDDY INSTITUTE OF TECHNOLOGY  (UGC-Autonomous Institution) Ghanpur(V), Ghatkesar(M), Medchal(D), Hyderabad-500088  </dc:title>
  <dc:creator>Narisetty Pujitha</dc:creator>
  <cp:lastModifiedBy>Sravya Kandala</cp:lastModifiedBy>
  <cp:revision>3</cp:revision>
  <dcterms:created xsi:type="dcterms:W3CDTF">2026-09-07T04:43:43Z</dcterms:created>
  <dcterms:modified xsi:type="dcterms:W3CDTF">2026-09-25T18:25:06Z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827CA2E7A6D1463F95D4D0D9385CD1CB_11</vt:lpwstr>
  </property>
</Properties>
</file>