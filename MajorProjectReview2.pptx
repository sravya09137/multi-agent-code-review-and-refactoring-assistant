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8" r:id="rId3"/>
    <p:sldId id="259" r:id="rId4"/>
    <p:sldId id="261" r:id="rId5"/>
    <p:sldId id="262" r:id="rId6"/>
    <p:sldId id="263" r:id="rId7"/>
    <p:sldId id="264" r:id="rId8"/>
    <p:sldId id="265" r:id="rId9"/>
    <p:sldId id="266" r:id="rId10"/>
    <p:sldId id="267"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showGuides="1">
      <p:cViewPr varScale="1">
        <p:scale>
          <a:sx n="79" d="100"/>
          <a:sy n="79" d="100"/>
        </p:scale>
        <p:origin x="830" y="7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avya Kandala" userId="f63b30e7f4e28e23" providerId="LiveId" clId="{552D5235-524B-43BF-B82F-68E13ED770E8}"/>
    <pc:docChg chg="undo custSel addSld delSld modSld">
      <pc:chgData name="Sravya Kandala" userId="f63b30e7f4e28e23" providerId="LiveId" clId="{552D5235-524B-43BF-B82F-68E13ED770E8}" dt="2026-10-06T17:02:07.510" v="767" actId="47"/>
      <pc:docMkLst>
        <pc:docMk/>
      </pc:docMkLst>
      <pc:sldChg chg="modSp mod">
        <pc:chgData name="Sravya Kandala" userId="f63b30e7f4e28e23" providerId="LiveId" clId="{552D5235-524B-43BF-B82F-68E13ED770E8}" dt="2026-09-25T18:22:53.258" v="608" actId="20577"/>
        <pc:sldMkLst>
          <pc:docMk/>
          <pc:sldMk cId="0" sldId="257"/>
        </pc:sldMkLst>
        <pc:spChg chg="mod">
          <ac:chgData name="Sravya Kandala" userId="f63b30e7f4e28e23" providerId="LiveId" clId="{552D5235-524B-43BF-B82F-68E13ED770E8}" dt="2026-09-25T18:22:53.258" v="608" actId="20577"/>
          <ac:spMkLst>
            <pc:docMk/>
            <pc:sldMk cId="0" sldId="257"/>
            <ac:spMk id="2" creationId="{00000000-0000-0000-0000-000000000000}"/>
          </ac:spMkLst>
        </pc:spChg>
        <pc:spChg chg="mod">
          <ac:chgData name="Sravya Kandala" userId="f63b30e7f4e28e23" providerId="LiveId" clId="{552D5235-524B-43BF-B82F-68E13ED770E8}" dt="2026-09-25T18:19:13.479" v="603" actId="20577"/>
          <ac:spMkLst>
            <pc:docMk/>
            <pc:sldMk cId="0" sldId="257"/>
            <ac:spMk id="3" creationId="{00000000-0000-0000-0000-000000000000}"/>
          </ac:spMkLst>
        </pc:spChg>
        <pc:spChg chg="mod">
          <ac:chgData name="Sravya Kandala" userId="f63b30e7f4e28e23" providerId="LiveId" clId="{552D5235-524B-43BF-B82F-68E13ED770E8}" dt="2026-09-25T18:21:37.049" v="606" actId="1076"/>
          <ac:spMkLst>
            <pc:docMk/>
            <pc:sldMk cId="0" sldId="257"/>
            <ac:spMk id="6" creationId="{00000000-0000-0000-0000-000000000000}"/>
          </ac:spMkLst>
        </pc:spChg>
        <pc:spChg chg="mod">
          <ac:chgData name="Sravya Kandala" userId="f63b30e7f4e28e23" providerId="LiveId" clId="{552D5235-524B-43BF-B82F-68E13ED770E8}" dt="2026-09-25T17:37:39.679" v="316" actId="1076"/>
          <ac:spMkLst>
            <pc:docMk/>
            <pc:sldMk cId="0" sldId="257"/>
            <ac:spMk id="8" creationId="{00000000-0000-0000-0000-000000000000}"/>
          </ac:spMkLst>
        </pc:spChg>
        <pc:picChg chg="mod">
          <ac:chgData name="Sravya Kandala" userId="f63b30e7f4e28e23" providerId="LiveId" clId="{552D5235-524B-43BF-B82F-68E13ED770E8}" dt="2026-09-25T18:19:02.187" v="601" actId="1076"/>
          <ac:picMkLst>
            <pc:docMk/>
            <pc:sldMk cId="0" sldId="257"/>
            <ac:picMk id="4" creationId="{00000000-0000-0000-0000-000000000000}"/>
          </ac:picMkLst>
        </pc:picChg>
        <pc:picChg chg="mod">
          <ac:chgData name="Sravya Kandala" userId="f63b30e7f4e28e23" providerId="LiveId" clId="{552D5235-524B-43BF-B82F-68E13ED770E8}" dt="2026-09-25T18:18:57.860" v="600" actId="1076"/>
          <ac:picMkLst>
            <pc:docMk/>
            <pc:sldMk cId="0" sldId="257"/>
            <ac:picMk id="5" creationId="{00000000-0000-0000-0000-000000000000}"/>
          </ac:picMkLst>
        </pc:picChg>
      </pc:sldChg>
      <pc:sldChg chg="modSp mod">
        <pc:chgData name="Sravya Kandala" userId="f63b30e7f4e28e23" providerId="LiveId" clId="{552D5235-524B-43BF-B82F-68E13ED770E8}" dt="2026-09-25T10:35:42.509" v="98" actId="20577"/>
        <pc:sldMkLst>
          <pc:docMk/>
          <pc:sldMk cId="0" sldId="258"/>
        </pc:sldMkLst>
        <pc:spChg chg="mod">
          <ac:chgData name="Sravya Kandala" userId="f63b30e7f4e28e23" providerId="LiveId" clId="{552D5235-524B-43BF-B82F-68E13ED770E8}" dt="2026-09-25T10:35:42.509" v="98" actId="20577"/>
          <ac:spMkLst>
            <pc:docMk/>
            <pc:sldMk cId="0" sldId="258"/>
            <ac:spMk id="2" creationId="{00000000-0000-0000-0000-000000000000}"/>
          </ac:spMkLst>
        </pc:spChg>
        <pc:spChg chg="mod">
          <ac:chgData name="Sravya Kandala" userId="f63b30e7f4e28e23" providerId="LiveId" clId="{552D5235-524B-43BF-B82F-68E13ED770E8}" dt="2026-09-25T10:29:44.431" v="16" actId="12"/>
          <ac:spMkLst>
            <pc:docMk/>
            <pc:sldMk cId="0" sldId="258"/>
            <ac:spMk id="3" creationId="{00000000-0000-0000-0000-000000000000}"/>
          </ac:spMkLst>
        </pc:spChg>
      </pc:sldChg>
      <pc:sldChg chg="modSp mod">
        <pc:chgData name="Sravya Kandala" userId="f63b30e7f4e28e23" providerId="LiveId" clId="{552D5235-524B-43BF-B82F-68E13ED770E8}" dt="2026-09-25T18:23:16.301" v="612" actId="20577"/>
        <pc:sldMkLst>
          <pc:docMk/>
          <pc:sldMk cId="0" sldId="259"/>
        </pc:sldMkLst>
        <pc:spChg chg="mod">
          <ac:chgData name="Sravya Kandala" userId="f63b30e7f4e28e23" providerId="LiveId" clId="{552D5235-524B-43BF-B82F-68E13ED770E8}" dt="2026-09-25T18:23:16.301" v="612" actId="20577"/>
          <ac:spMkLst>
            <pc:docMk/>
            <pc:sldMk cId="0" sldId="259"/>
            <ac:spMk id="2" creationId="{00000000-0000-0000-0000-000000000000}"/>
          </ac:spMkLst>
        </pc:spChg>
      </pc:sldChg>
      <pc:sldChg chg="modSp new del mod">
        <pc:chgData name="Sravya Kandala" userId="f63b30e7f4e28e23" providerId="LiveId" clId="{552D5235-524B-43BF-B82F-68E13ED770E8}" dt="2026-10-06T16:39:53.215" v="619" actId="2696"/>
        <pc:sldMkLst>
          <pc:docMk/>
          <pc:sldMk cId="114311430" sldId="260"/>
        </pc:sldMkLst>
      </pc:sldChg>
      <pc:sldChg chg="modSp new mod">
        <pc:chgData name="Sravya Kandala" userId="f63b30e7f4e28e23" providerId="LiveId" clId="{552D5235-524B-43BF-B82F-68E13ED770E8}" dt="2026-09-25T17:31:59.740" v="223" actId="12"/>
        <pc:sldMkLst>
          <pc:docMk/>
          <pc:sldMk cId="3436621719" sldId="261"/>
        </pc:sldMkLst>
        <pc:spChg chg="mod">
          <ac:chgData name="Sravya Kandala" userId="f63b30e7f4e28e23" providerId="LiveId" clId="{552D5235-524B-43BF-B82F-68E13ED770E8}" dt="2026-09-25T17:29:18.277" v="208" actId="1076"/>
          <ac:spMkLst>
            <pc:docMk/>
            <pc:sldMk cId="3436621719" sldId="261"/>
            <ac:spMk id="2" creationId="{22AFC793-B765-A743-5F7F-EB60DA38CE29}"/>
          </ac:spMkLst>
        </pc:spChg>
        <pc:spChg chg="mod">
          <ac:chgData name="Sravya Kandala" userId="f63b30e7f4e28e23" providerId="LiveId" clId="{552D5235-524B-43BF-B82F-68E13ED770E8}" dt="2026-09-25T17:31:59.740" v="223" actId="12"/>
          <ac:spMkLst>
            <pc:docMk/>
            <pc:sldMk cId="3436621719" sldId="261"/>
            <ac:spMk id="3" creationId="{88495975-B5F7-9580-C6A4-620DF6818444}"/>
          </ac:spMkLst>
        </pc:spChg>
      </pc:sldChg>
      <pc:sldChg chg="delSp modSp new mod">
        <pc:chgData name="Sravya Kandala" userId="f63b30e7f4e28e23" providerId="LiveId" clId="{552D5235-524B-43BF-B82F-68E13ED770E8}" dt="2026-09-25T17:35:23.344" v="293" actId="20577"/>
        <pc:sldMkLst>
          <pc:docMk/>
          <pc:sldMk cId="1331942803" sldId="262"/>
        </pc:sldMkLst>
        <pc:spChg chg="mod">
          <ac:chgData name="Sravya Kandala" userId="f63b30e7f4e28e23" providerId="LiveId" clId="{552D5235-524B-43BF-B82F-68E13ED770E8}" dt="2026-09-25T17:35:23.344" v="293" actId="20577"/>
          <ac:spMkLst>
            <pc:docMk/>
            <pc:sldMk cId="1331942803" sldId="262"/>
            <ac:spMk id="3" creationId="{5D43A928-D2D0-4505-CBA3-8D69220F6966}"/>
          </ac:spMkLst>
        </pc:spChg>
      </pc:sldChg>
      <pc:sldChg chg="modSp new mod">
        <pc:chgData name="Sravya Kandala" userId="f63b30e7f4e28e23" providerId="LiveId" clId="{552D5235-524B-43BF-B82F-68E13ED770E8}" dt="2026-09-25T17:44:39.158" v="354" actId="1076"/>
        <pc:sldMkLst>
          <pc:docMk/>
          <pc:sldMk cId="2469003983" sldId="263"/>
        </pc:sldMkLst>
        <pc:spChg chg="mod">
          <ac:chgData name="Sravya Kandala" userId="f63b30e7f4e28e23" providerId="LiveId" clId="{552D5235-524B-43BF-B82F-68E13ED770E8}" dt="2026-09-25T17:39:10.464" v="326" actId="1076"/>
          <ac:spMkLst>
            <pc:docMk/>
            <pc:sldMk cId="2469003983" sldId="263"/>
            <ac:spMk id="2" creationId="{5A5652F6-D32D-1B05-122B-61A2474CDCDA}"/>
          </ac:spMkLst>
        </pc:spChg>
        <pc:spChg chg="mod">
          <ac:chgData name="Sravya Kandala" userId="f63b30e7f4e28e23" providerId="LiveId" clId="{552D5235-524B-43BF-B82F-68E13ED770E8}" dt="2026-09-25T17:44:39.158" v="354" actId="1076"/>
          <ac:spMkLst>
            <pc:docMk/>
            <pc:sldMk cId="2469003983" sldId="263"/>
            <ac:spMk id="3" creationId="{659965FC-24C9-451C-CE26-AD301846098D}"/>
          </ac:spMkLst>
        </pc:spChg>
      </pc:sldChg>
      <pc:sldChg chg="modSp new mod">
        <pc:chgData name="Sravya Kandala" userId="f63b30e7f4e28e23" providerId="LiveId" clId="{552D5235-524B-43BF-B82F-68E13ED770E8}" dt="2026-09-25T17:46:45.138" v="423" actId="1076"/>
        <pc:sldMkLst>
          <pc:docMk/>
          <pc:sldMk cId="2091571070" sldId="264"/>
        </pc:sldMkLst>
        <pc:spChg chg="mod">
          <ac:chgData name="Sravya Kandala" userId="f63b30e7f4e28e23" providerId="LiveId" clId="{552D5235-524B-43BF-B82F-68E13ED770E8}" dt="2026-09-25T17:46:45.138" v="423" actId="1076"/>
          <ac:spMkLst>
            <pc:docMk/>
            <pc:sldMk cId="2091571070" sldId="264"/>
            <ac:spMk id="2" creationId="{BDA8A67F-C29C-2693-EE75-839635232987}"/>
          </ac:spMkLst>
        </pc:spChg>
        <pc:spChg chg="mod">
          <ac:chgData name="Sravya Kandala" userId="f63b30e7f4e28e23" providerId="LiveId" clId="{552D5235-524B-43BF-B82F-68E13ED770E8}" dt="2026-09-25T17:46:35.030" v="422" actId="27636"/>
          <ac:spMkLst>
            <pc:docMk/>
            <pc:sldMk cId="2091571070" sldId="264"/>
            <ac:spMk id="3" creationId="{768B42CB-1326-E575-0150-D7A97B8A4EF2}"/>
          </ac:spMkLst>
        </pc:spChg>
      </pc:sldChg>
      <pc:sldChg chg="addSp delSp modSp new mod">
        <pc:chgData name="Sravya Kandala" userId="f63b30e7f4e28e23" providerId="LiveId" clId="{552D5235-524B-43BF-B82F-68E13ED770E8}" dt="2026-09-25T18:11:15.578" v="545" actId="1076"/>
        <pc:sldMkLst>
          <pc:docMk/>
          <pc:sldMk cId="1645928813" sldId="265"/>
        </pc:sldMkLst>
        <pc:spChg chg="mod">
          <ac:chgData name="Sravya Kandala" userId="f63b30e7f4e28e23" providerId="LiveId" clId="{552D5235-524B-43BF-B82F-68E13ED770E8}" dt="2026-09-25T18:11:15.578" v="545" actId="1076"/>
          <ac:spMkLst>
            <pc:docMk/>
            <pc:sldMk cId="1645928813" sldId="265"/>
            <ac:spMk id="2" creationId="{E30249E4-AC79-1730-F100-E82B6E281013}"/>
          </ac:spMkLst>
        </pc:spChg>
        <pc:picChg chg="add mod ord">
          <ac:chgData name="Sravya Kandala" userId="f63b30e7f4e28e23" providerId="LiveId" clId="{552D5235-524B-43BF-B82F-68E13ED770E8}" dt="2026-09-25T18:11:06.104" v="544" actId="1076"/>
          <ac:picMkLst>
            <pc:docMk/>
            <pc:sldMk cId="1645928813" sldId="265"/>
            <ac:picMk id="13" creationId="{1F973AA5-09B9-2D8F-0BFB-7884F2FFC078}"/>
          </ac:picMkLst>
        </pc:picChg>
      </pc:sldChg>
      <pc:sldChg chg="addSp delSp modSp new mod">
        <pc:chgData name="Sravya Kandala" userId="f63b30e7f4e28e23" providerId="LiveId" clId="{552D5235-524B-43BF-B82F-68E13ED770E8}" dt="2026-09-25T18:11:30.991" v="547" actId="14100"/>
        <pc:sldMkLst>
          <pc:docMk/>
          <pc:sldMk cId="3424954753" sldId="266"/>
        </pc:sldMkLst>
        <pc:spChg chg="mod">
          <ac:chgData name="Sravya Kandala" userId="f63b30e7f4e28e23" providerId="LiveId" clId="{552D5235-524B-43BF-B82F-68E13ED770E8}" dt="2026-09-25T18:03:30.262" v="516" actId="1076"/>
          <ac:spMkLst>
            <pc:docMk/>
            <pc:sldMk cId="3424954753" sldId="266"/>
            <ac:spMk id="2" creationId="{38A74364-58EF-67BA-5CC4-16295B5EDC41}"/>
          </ac:spMkLst>
        </pc:spChg>
        <pc:picChg chg="add mod ord">
          <ac:chgData name="Sravya Kandala" userId="f63b30e7f4e28e23" providerId="LiveId" clId="{552D5235-524B-43BF-B82F-68E13ED770E8}" dt="2026-09-25T18:11:30.991" v="547" actId="14100"/>
          <ac:picMkLst>
            <pc:docMk/>
            <pc:sldMk cId="3424954753" sldId="266"/>
            <ac:picMk id="9" creationId="{7338F6AD-3857-BF0C-B831-9C6DEE595A06}"/>
          </ac:picMkLst>
        </pc:picChg>
      </pc:sldChg>
      <pc:sldChg chg="modSp new mod">
        <pc:chgData name="Sravya Kandala" userId="f63b30e7f4e28e23" providerId="LiveId" clId="{552D5235-524B-43BF-B82F-68E13ED770E8}" dt="2026-09-25T18:29:01.792" v="618" actId="2711"/>
        <pc:sldMkLst>
          <pc:docMk/>
          <pc:sldMk cId="3640666857" sldId="267"/>
        </pc:sldMkLst>
        <pc:spChg chg="mod">
          <ac:chgData name="Sravya Kandala" userId="f63b30e7f4e28e23" providerId="LiveId" clId="{552D5235-524B-43BF-B82F-68E13ED770E8}" dt="2026-09-25T18:14:07.458" v="570" actId="1076"/>
          <ac:spMkLst>
            <pc:docMk/>
            <pc:sldMk cId="3640666857" sldId="267"/>
            <ac:spMk id="2" creationId="{41F0D4D8-18AB-14D2-B63E-A17D8E6C504F}"/>
          </ac:spMkLst>
        </pc:spChg>
        <pc:spChg chg="mod">
          <ac:chgData name="Sravya Kandala" userId="f63b30e7f4e28e23" providerId="LiveId" clId="{552D5235-524B-43BF-B82F-68E13ED770E8}" dt="2026-09-25T18:29:01.792" v="618" actId="2711"/>
          <ac:spMkLst>
            <pc:docMk/>
            <pc:sldMk cId="3640666857" sldId="267"/>
            <ac:spMk id="3" creationId="{D91C382B-AD58-C701-B008-CC2D0B1A4133}"/>
          </ac:spMkLst>
        </pc:spChg>
      </pc:sldChg>
      <pc:sldChg chg="delSp modSp new mod">
        <pc:chgData name="Sravya Kandala" userId="f63b30e7f4e28e23" providerId="LiveId" clId="{552D5235-524B-43BF-B82F-68E13ED770E8}" dt="2026-09-25T18:24:05.414" v="617" actId="27636"/>
        <pc:sldMkLst>
          <pc:docMk/>
          <pc:sldMk cId="2338976963" sldId="268"/>
        </pc:sldMkLst>
        <pc:spChg chg="mod">
          <ac:chgData name="Sravya Kandala" userId="f63b30e7f4e28e23" providerId="LiveId" clId="{552D5235-524B-43BF-B82F-68E13ED770E8}" dt="2026-09-25T18:24:05.414" v="617" actId="27636"/>
          <ac:spMkLst>
            <pc:docMk/>
            <pc:sldMk cId="2338976963" sldId="268"/>
            <ac:spMk id="3" creationId="{26848C45-125A-AB81-3A62-4FCB1A69F5F1}"/>
          </ac:spMkLst>
        </pc:spChg>
      </pc:sldChg>
      <pc:sldChg chg="addSp modSp new del mod">
        <pc:chgData name="Sravya Kandala" userId="f63b30e7f4e28e23" providerId="LiveId" clId="{552D5235-524B-43BF-B82F-68E13ED770E8}" dt="2026-10-06T17:01:59.486" v="764" actId="47"/>
        <pc:sldMkLst>
          <pc:docMk/>
          <pc:sldMk cId="1889518732" sldId="269"/>
        </pc:sldMkLst>
        <pc:spChg chg="mod">
          <ac:chgData name="Sravya Kandala" userId="f63b30e7f4e28e23" providerId="LiveId" clId="{552D5235-524B-43BF-B82F-68E13ED770E8}" dt="2026-10-06T16:54:37.522" v="667" actId="1076"/>
          <ac:spMkLst>
            <pc:docMk/>
            <pc:sldMk cId="1889518732" sldId="269"/>
            <ac:spMk id="2" creationId="{55DE56B6-8BE7-2341-666F-F2660A1B8058}"/>
          </ac:spMkLst>
        </pc:spChg>
        <pc:spChg chg="mod">
          <ac:chgData name="Sravya Kandala" userId="f63b30e7f4e28e23" providerId="LiveId" clId="{552D5235-524B-43BF-B82F-68E13ED770E8}" dt="2026-10-06T16:54:30.857" v="665" actId="14100"/>
          <ac:spMkLst>
            <pc:docMk/>
            <pc:sldMk cId="1889518732" sldId="269"/>
            <ac:spMk id="3" creationId="{FE79D199-F81D-A091-D554-4D063E6BDC26}"/>
          </ac:spMkLst>
        </pc:spChg>
        <pc:picChg chg="add mod">
          <ac:chgData name="Sravya Kandala" userId="f63b30e7f4e28e23" providerId="LiveId" clId="{552D5235-524B-43BF-B82F-68E13ED770E8}" dt="2026-10-06T16:54:27.550" v="664" actId="1076"/>
          <ac:picMkLst>
            <pc:docMk/>
            <pc:sldMk cId="1889518732" sldId="269"/>
            <ac:picMk id="5" creationId="{2BEFCE38-9ED6-AE8A-37BE-055BCCAE9047}"/>
          </ac:picMkLst>
        </pc:picChg>
      </pc:sldChg>
      <pc:sldChg chg="new del">
        <pc:chgData name="Sravya Kandala" userId="f63b30e7f4e28e23" providerId="LiveId" clId="{552D5235-524B-43BF-B82F-68E13ED770E8}" dt="2026-10-06T16:41:42.601" v="621" actId="2696"/>
        <pc:sldMkLst>
          <pc:docMk/>
          <pc:sldMk cId="2123150551" sldId="269"/>
        </pc:sldMkLst>
      </pc:sldChg>
      <pc:sldChg chg="addSp delSp modSp new del mod">
        <pc:chgData name="Sravya Kandala" userId="f63b30e7f4e28e23" providerId="LiveId" clId="{552D5235-524B-43BF-B82F-68E13ED770E8}" dt="2026-10-06T17:02:00.803" v="765" actId="47"/>
        <pc:sldMkLst>
          <pc:docMk/>
          <pc:sldMk cId="3380610237" sldId="270"/>
        </pc:sldMkLst>
        <pc:spChg chg="del">
          <ac:chgData name="Sravya Kandala" userId="f63b30e7f4e28e23" providerId="LiveId" clId="{552D5235-524B-43BF-B82F-68E13ED770E8}" dt="2026-10-06T16:55:25.355" v="688" actId="21"/>
          <ac:spMkLst>
            <pc:docMk/>
            <pc:sldMk cId="3380610237" sldId="270"/>
            <ac:spMk id="2" creationId="{A847EE3D-20E0-5E11-CBAA-0AB206EC967C}"/>
          </ac:spMkLst>
        </pc:spChg>
        <pc:spChg chg="mod">
          <ac:chgData name="Sravya Kandala" userId="f63b30e7f4e28e23" providerId="LiveId" clId="{552D5235-524B-43BF-B82F-68E13ED770E8}" dt="2026-10-06T16:55:35.672" v="691" actId="20577"/>
          <ac:spMkLst>
            <pc:docMk/>
            <pc:sldMk cId="3380610237" sldId="270"/>
            <ac:spMk id="3" creationId="{16F273E7-EC01-1C8C-5D49-0FCA749A7E4D}"/>
          </ac:spMkLst>
        </pc:spChg>
        <pc:picChg chg="add mod">
          <ac:chgData name="Sravya Kandala" userId="f63b30e7f4e28e23" providerId="LiveId" clId="{552D5235-524B-43BF-B82F-68E13ED770E8}" dt="2026-10-06T16:56:53.602" v="729" actId="14100"/>
          <ac:picMkLst>
            <pc:docMk/>
            <pc:sldMk cId="3380610237" sldId="270"/>
            <ac:picMk id="5" creationId="{FFE1337D-F51D-1AF9-DEB0-194DF29946C6}"/>
          </ac:picMkLst>
        </pc:picChg>
      </pc:sldChg>
      <pc:sldChg chg="addSp delSp modSp new del mod">
        <pc:chgData name="Sravya Kandala" userId="f63b30e7f4e28e23" providerId="LiveId" clId="{552D5235-524B-43BF-B82F-68E13ED770E8}" dt="2026-10-06T17:02:06.131" v="766" actId="47"/>
        <pc:sldMkLst>
          <pc:docMk/>
          <pc:sldMk cId="1672522462" sldId="271"/>
        </pc:sldMkLst>
        <pc:spChg chg="del">
          <ac:chgData name="Sravya Kandala" userId="f63b30e7f4e28e23" providerId="LiveId" clId="{552D5235-524B-43BF-B82F-68E13ED770E8}" dt="2026-10-06T16:56:10.290" v="716" actId="21"/>
          <ac:spMkLst>
            <pc:docMk/>
            <pc:sldMk cId="1672522462" sldId="271"/>
            <ac:spMk id="2" creationId="{2A05F694-CBFF-49AF-AC8F-C0C6B2801D61}"/>
          </ac:spMkLst>
        </pc:spChg>
        <pc:spChg chg="mod">
          <ac:chgData name="Sravya Kandala" userId="f63b30e7f4e28e23" providerId="LiveId" clId="{552D5235-524B-43BF-B82F-68E13ED770E8}" dt="2026-10-06T16:56:18.410" v="719" actId="5793"/>
          <ac:spMkLst>
            <pc:docMk/>
            <pc:sldMk cId="1672522462" sldId="271"/>
            <ac:spMk id="3" creationId="{EBBFD6DE-0DB8-08C0-A59B-415041FDFE85}"/>
          </ac:spMkLst>
        </pc:spChg>
        <pc:picChg chg="add mod">
          <ac:chgData name="Sravya Kandala" userId="f63b30e7f4e28e23" providerId="LiveId" clId="{552D5235-524B-43BF-B82F-68E13ED770E8}" dt="2026-10-06T16:56:44.854" v="726" actId="14100"/>
          <ac:picMkLst>
            <pc:docMk/>
            <pc:sldMk cId="1672522462" sldId="271"/>
            <ac:picMk id="5" creationId="{8A30207C-B85E-5296-0E6A-C981D380859F}"/>
          </ac:picMkLst>
        </pc:picChg>
      </pc:sldChg>
      <pc:sldChg chg="addSp delSp modSp new del mod">
        <pc:chgData name="Sravya Kandala" userId="f63b30e7f4e28e23" providerId="LiveId" clId="{552D5235-524B-43BF-B82F-68E13ED770E8}" dt="2026-10-06T17:02:07.510" v="767" actId="47"/>
        <pc:sldMkLst>
          <pc:docMk/>
          <pc:sldMk cId="1919585452" sldId="272"/>
        </pc:sldMkLst>
        <pc:spChg chg="del">
          <ac:chgData name="Sravya Kandala" userId="f63b30e7f4e28e23" providerId="LiveId" clId="{552D5235-524B-43BF-B82F-68E13ED770E8}" dt="2026-10-06T16:57:05.889" v="731" actId="21"/>
          <ac:spMkLst>
            <pc:docMk/>
            <pc:sldMk cId="1919585452" sldId="272"/>
            <ac:spMk id="2" creationId="{0F250F60-2A45-0B7F-CB37-C55CDFF8B509}"/>
          </ac:spMkLst>
        </pc:spChg>
        <pc:spChg chg="mod">
          <ac:chgData name="Sravya Kandala" userId="f63b30e7f4e28e23" providerId="LiveId" clId="{552D5235-524B-43BF-B82F-68E13ED770E8}" dt="2026-10-06T16:58:07.164" v="763" actId="1076"/>
          <ac:spMkLst>
            <pc:docMk/>
            <pc:sldMk cId="1919585452" sldId="272"/>
            <ac:spMk id="3" creationId="{AF9DD007-4FAA-4074-2FE5-504140D064AA}"/>
          </ac:spMkLst>
        </pc:spChg>
        <pc:picChg chg="add mod">
          <ac:chgData name="Sravya Kandala" userId="f63b30e7f4e28e23" providerId="LiveId" clId="{552D5235-524B-43BF-B82F-68E13ED770E8}" dt="2026-10-06T16:58:05.958" v="762" actId="14100"/>
          <ac:picMkLst>
            <pc:docMk/>
            <pc:sldMk cId="1919585452" sldId="272"/>
            <ac:picMk id="5" creationId="{BAC658B0-8526-ACB6-3BF8-771FAE24BD1D}"/>
          </ac:picMkLst>
        </pc:pic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p>
        </p:txBody>
      </p:sp>
      <p:sp>
        <p:nvSpPr>
          <p:cNvPr id="3" name="Subtitle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6" name="Date Placeholder 15"/>
          <p:cNvSpPr>
            <a:spLocks noGrp="1"/>
          </p:cNvSpPr>
          <p:nvPr>
            <p:ph type="dt" sz="half" idx="10"/>
            <p:custDataLst>
              <p:tags r:id="rId3"/>
            </p:custDataLst>
          </p:nvPr>
        </p:nvSpPr>
        <p:spPr/>
        <p:txBody>
          <a:bodyPr/>
          <a:lstStyle/>
          <a:p>
            <a:fld id="{760FBDFE-C587-4B4C-A407-44438C67B59E}" type="datetimeFigureOut">
              <a:rPr lang="en-US" smtClean="0"/>
              <a:t>10/6/2026</a:t>
            </a:fld>
            <a:endParaRPr lang="en-US"/>
          </a:p>
        </p:txBody>
      </p:sp>
      <p:sp>
        <p:nvSpPr>
          <p:cNvPr id="17" name="Footer Placeholder 16"/>
          <p:cNvSpPr>
            <a:spLocks noGrp="1"/>
          </p:cNvSpPr>
          <p:nvPr>
            <p:ph type="ftr" sz="quarter" idx="11"/>
            <p:custDataLst>
              <p:tags r:id="rId4"/>
            </p:custDataLst>
          </p:nvPr>
        </p:nvSpPr>
        <p:spPr/>
        <p:txBody>
          <a:bodyPr/>
          <a:lstStyle/>
          <a:p>
            <a:endParaRPr lang="en-US" dirty="0"/>
          </a:p>
        </p:txBody>
      </p:sp>
      <p:sp>
        <p:nvSpPr>
          <p:cNvPr id="18" name="Slide Number Placeholder 17"/>
          <p:cNvSpPr>
            <a:spLocks noGrp="1"/>
          </p:cNvSpPr>
          <p:nvPr>
            <p:ph type="sldNum" sz="quarter" idx="12"/>
            <p:custDataLst>
              <p:tags r:id="rId5"/>
            </p:custDataLst>
          </p:nvPr>
        </p:nvSpPr>
        <p:spPr/>
        <p:txBody>
          <a:bodyPr/>
          <a:lstStyle/>
          <a:p>
            <a:fld id="{49AE70B2-8BF9-45C0-BB95-33D1B9D3A854}"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Content Placeholder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10/6/2026</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p>
        </p:txBody>
      </p:sp>
      <p:sp>
        <p:nvSpPr>
          <p:cNvPr id="3" name="Text Placeholder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10/6/2026</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Content Placeholder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custDataLst>
              <p:tags r:id="rId4"/>
            </p:custDataLst>
          </p:nvPr>
        </p:nvSpPr>
        <p:spPr/>
        <p:txBody>
          <a:bodyPr/>
          <a:lstStyle/>
          <a:p>
            <a:fld id="{760FBDFE-C587-4B4C-A407-44438C67B59E}" type="datetimeFigureOut">
              <a:rPr lang="en-US" smtClean="0"/>
              <a:t>10/6/2026</a:t>
            </a:fld>
            <a:endParaRPr lang="en-US"/>
          </a:p>
        </p:txBody>
      </p:sp>
      <p:sp>
        <p:nvSpPr>
          <p:cNvPr id="6" name="Footer Placeholder 5"/>
          <p:cNvSpPr>
            <a:spLocks noGrp="1"/>
          </p:cNvSpPr>
          <p:nvPr>
            <p:ph type="ftr" sz="quarter" idx="11"/>
            <p:custDataLst>
              <p:tags r:id="rId5"/>
            </p:custDataLst>
          </p:nvPr>
        </p:nvSpPr>
        <p:spPr/>
        <p:txBody>
          <a:bodyPr/>
          <a:lstStyle/>
          <a:p>
            <a:endParaRPr lang="en-US"/>
          </a:p>
        </p:txBody>
      </p:sp>
      <p:sp>
        <p:nvSpPr>
          <p:cNvPr id="7" name="Slide Number Placeholder 6"/>
          <p:cNvSpPr>
            <a:spLocks noGrp="1"/>
          </p:cNvSpPr>
          <p:nvPr>
            <p:ph type="sldNum" sz="quarter" idx="12"/>
            <p:custDataLst>
              <p:tags r:id="rId6"/>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Text Placeholder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p>
        </p:txBody>
      </p:sp>
      <p:sp>
        <p:nvSpPr>
          <p:cNvPr id="4" name="Content Placeholder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custDataLst>
              <p:tags r:id="rId6"/>
            </p:custDataLst>
          </p:nvPr>
        </p:nvSpPr>
        <p:spPr/>
        <p:txBody>
          <a:bodyPr/>
          <a:lstStyle/>
          <a:p>
            <a:fld id="{760FBDFE-C587-4B4C-A407-44438C67B59E}" type="datetimeFigureOut">
              <a:rPr lang="en-US" smtClean="0"/>
              <a:t>10/6/2026</a:t>
            </a:fld>
            <a:endParaRPr lang="en-US"/>
          </a:p>
        </p:txBody>
      </p:sp>
      <p:sp>
        <p:nvSpPr>
          <p:cNvPr id="8" name="Footer Placeholder 7"/>
          <p:cNvSpPr>
            <a:spLocks noGrp="1"/>
          </p:cNvSpPr>
          <p:nvPr>
            <p:ph type="ftr" sz="quarter" idx="11"/>
            <p:custDataLst>
              <p:tags r:id="rId7"/>
            </p:custDataLst>
          </p:nvPr>
        </p:nvSpPr>
        <p:spPr/>
        <p:txBody>
          <a:bodyPr/>
          <a:lstStyle/>
          <a:p>
            <a:endParaRPr lang="en-US"/>
          </a:p>
        </p:txBody>
      </p:sp>
      <p:sp>
        <p:nvSpPr>
          <p:cNvPr id="9" name="Slide Number Placeholder 8"/>
          <p:cNvSpPr>
            <a:spLocks noGrp="1"/>
          </p:cNvSpPr>
          <p:nvPr>
            <p:ph type="sldNum" sz="quarter" idx="12"/>
            <p:custDataLst>
              <p:tags r:id="rId8"/>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t>10/6/2026</a:t>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1"/>
            </p:custDataLst>
          </p:nvPr>
        </p:nvSpPr>
        <p:spPr/>
        <p:txBody>
          <a:bodyPr/>
          <a:lstStyle/>
          <a:p>
            <a:fld id="{760FBDFE-C587-4B4C-A407-44438C67B59E}" type="datetimeFigureOut">
              <a:rPr lang="en-US" smtClean="0"/>
              <a:t>10/6/2026</a:t>
            </a:fld>
            <a:endParaRPr lang="en-US"/>
          </a:p>
        </p:txBody>
      </p:sp>
      <p:sp>
        <p:nvSpPr>
          <p:cNvPr id="3" name="Footer Placeholder 2"/>
          <p:cNvSpPr>
            <a:spLocks noGrp="1"/>
          </p:cNvSpPr>
          <p:nvPr>
            <p:ph type="ftr" sz="quarter" idx="11"/>
            <p:custDataLst>
              <p:tags r:id="rId2"/>
            </p:custDataLst>
          </p:nvPr>
        </p:nvSpPr>
        <p:spPr/>
        <p:txBody>
          <a:bodyPr/>
          <a:lstStyle/>
          <a:p>
            <a:endParaRPr lang="en-US"/>
          </a:p>
        </p:txBody>
      </p:sp>
      <p:sp>
        <p:nvSpPr>
          <p:cNvPr id="4" name="Slide Number Placeholder 3"/>
          <p:cNvSpPr>
            <a:spLocks noGrp="1"/>
          </p:cNvSpPr>
          <p:nvPr>
            <p:ph type="sldNum" sz="quarter" idx="12"/>
            <p:custDataLst>
              <p:tags r:id="rId3"/>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a:t>Click to edit Master text styles</a:t>
            </a:r>
          </a:p>
        </p:txBody>
      </p:sp>
      <p:sp>
        <p:nvSpPr>
          <p:cNvPr id="5" name="Date Placeholder 4"/>
          <p:cNvSpPr>
            <a:spLocks noGrp="1"/>
          </p:cNvSpPr>
          <p:nvPr>
            <p:ph type="dt" sz="half" idx="10"/>
            <p:custDataLst>
              <p:tags r:id="rId3"/>
            </p:custDataLst>
          </p:nvPr>
        </p:nvSpPr>
        <p:spPr/>
        <p:txBody>
          <a:bodyPr/>
          <a:lstStyle/>
          <a:p>
            <a:fld id="{9EFD9D74-47D9-4702-A33C-335B63B48DBF}" type="datetimeFigureOut">
              <a:rPr lang="en-US" smtClean="0"/>
              <a:t>10/6/2026</a:t>
            </a:fld>
            <a:endParaRPr lang="en-US" dirty="0"/>
          </a:p>
        </p:txBody>
      </p:sp>
      <p:sp>
        <p:nvSpPr>
          <p:cNvPr id="6" name="Footer Placeholder 5"/>
          <p:cNvSpPr>
            <a:spLocks noGrp="1"/>
          </p:cNvSpPr>
          <p:nvPr>
            <p:ph type="ftr" sz="quarter" idx="11"/>
            <p:custDataLst>
              <p:tags r:id="rId4"/>
            </p:custDataLst>
          </p:nvPr>
        </p:nvSpPr>
        <p:spPr/>
        <p:txBody>
          <a:bodyPr/>
          <a:lstStyle/>
          <a:p>
            <a:endParaRPr lang="en-US" dirty="0"/>
          </a:p>
        </p:txBody>
      </p:sp>
      <p:sp>
        <p:nvSpPr>
          <p:cNvPr id="7" name="Slide Number Placeholder 6"/>
          <p:cNvSpPr>
            <a:spLocks noGrp="1"/>
          </p:cNvSpPr>
          <p:nvPr>
            <p:ph type="sldNum" sz="quarter" idx="12"/>
            <p:custDataLst>
              <p:tags r:id="rId5"/>
            </p:custDataLst>
          </p:nvPr>
        </p:nvSpPr>
        <p:spPr/>
        <p:txBody>
          <a:bodyPr/>
          <a:lstStyle/>
          <a:p>
            <a:fld id="{FABC47A4-756D-490B-A52F-7D9E2C9FC05F}" type="slidenum">
              <a:rPr lang="en-US" smtClean="0"/>
              <a:t>‹#›</a:t>
            </a:fld>
            <a:endParaRPr lang="en-US"/>
          </a:p>
        </p:txBody>
      </p:sp>
      <p:sp>
        <p:nvSpPr>
          <p:cNvPr id="9" name="Title 8"/>
          <p:cNvSpPr>
            <a:spLocks noGrp="1"/>
          </p:cNvSpPr>
          <p:nvPr>
            <p:ph type="title"/>
            <p:custDataLst>
              <p:tags r:id="rId6"/>
            </p:custDataLst>
          </p:nvPr>
        </p:nvSpPr>
        <p:spPr/>
        <p:txBody>
          <a:bodyPr/>
          <a:lstStyle/>
          <a:p>
            <a:r>
              <a:rPr lang="en-US"/>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a:t>Click to edit title</a:t>
            </a:r>
          </a:p>
        </p:txBody>
      </p:sp>
      <p:sp>
        <p:nvSpPr>
          <p:cNvPr id="3" name="Vertical Text Placeholder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10/6/2026</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1"/>
            </p:custDataLst>
          </p:nvPr>
        </p:nvSpPr>
        <p:spPr/>
        <p:txBody>
          <a:bodyPr/>
          <a:lstStyle/>
          <a:p>
            <a:fld id="{760FBDFE-C587-4B4C-A407-44438C67B59E}" type="datetimeFigureOut">
              <a:rPr lang="en-US" smtClean="0"/>
              <a:t>10/6/2026</a:t>
            </a:fld>
            <a:endParaRPr lang="en-US"/>
          </a:p>
        </p:txBody>
      </p:sp>
      <p:sp>
        <p:nvSpPr>
          <p:cNvPr id="4" name="Footer Placeholder 3"/>
          <p:cNvSpPr>
            <a:spLocks noGrp="1"/>
          </p:cNvSpPr>
          <p:nvPr>
            <p:ph type="ftr" sz="quarter" idx="11"/>
            <p:custDataLst>
              <p:tags r:id="rId2"/>
            </p:custDataLst>
          </p:nvPr>
        </p:nvSpPr>
        <p:spPr/>
        <p:txBody>
          <a:bodyPr/>
          <a:lstStyle/>
          <a:p>
            <a:endParaRPr lang="en-US"/>
          </a:p>
        </p:txBody>
      </p:sp>
      <p:sp>
        <p:nvSpPr>
          <p:cNvPr id="5" name="Slide Number Placeholder 4"/>
          <p:cNvSpPr>
            <a:spLocks noGrp="1"/>
          </p:cNvSpPr>
          <p:nvPr>
            <p:ph type="sldNum" sz="quarter" idx="12"/>
            <p:custDataLst>
              <p:tags r:id="rId3"/>
            </p:custDataLst>
          </p:nvPr>
        </p:nvSpPr>
        <p:spPr/>
        <p:txBody>
          <a:bodyPr/>
          <a:lstStyle/>
          <a:p>
            <a:fld id="{49AE70B2-8BF9-45C0-BB95-33D1B9D3A854}" type="slidenum">
              <a:rPr lang="en-US" smtClean="0"/>
              <a:t>‹#›</a:t>
            </a:fld>
            <a:endParaRPr lang="en-US"/>
          </a:p>
        </p:txBody>
      </p:sp>
      <p:sp>
        <p:nvSpPr>
          <p:cNvPr id="7" name="Content Placeholder 6"/>
          <p:cNvSpPr>
            <a:spLocks noGrp="1"/>
          </p:cNvSpPr>
          <p:nvPr>
            <p:ph sz="quarter" idx="13"/>
            <p:custDataLst>
              <p:tags r:id="rId4"/>
            </p:custDataLst>
          </p:nvPr>
        </p:nvSpPr>
        <p:spPr>
          <a:xfrm>
            <a:off x="608400" y="774000"/>
            <a:ext cx="10972800" cy="548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1"/>
            </p:custDataLst>
          </p:nvPr>
        </p:nvSpPr>
        <p:spPr/>
        <p:txBody>
          <a:bodyPr/>
          <a:lstStyle/>
          <a:p>
            <a:fld id="{760FBDFE-C587-4B4C-A407-44438C67B59E}" type="datetimeFigureOut">
              <a:rPr lang="en-US" smtClean="0"/>
              <a:t>10/6/2026</a:t>
            </a:fld>
            <a:endParaRPr lang="en-US"/>
          </a:p>
        </p:txBody>
      </p:sp>
      <p:sp>
        <p:nvSpPr>
          <p:cNvPr id="4" name="Footer Placeholder 3"/>
          <p:cNvSpPr>
            <a:spLocks noGrp="1"/>
          </p:cNvSpPr>
          <p:nvPr>
            <p:ph type="ftr" sz="quarter" idx="11"/>
            <p:custDataLst>
              <p:tags r:id="rId2"/>
            </p:custDataLst>
          </p:nvPr>
        </p:nvSpPr>
        <p:spPr/>
        <p:txBody>
          <a:bodyPr/>
          <a:lstStyle/>
          <a:p>
            <a:endParaRPr lang="en-US"/>
          </a:p>
        </p:txBody>
      </p:sp>
      <p:sp>
        <p:nvSpPr>
          <p:cNvPr id="5" name="Slide Number Placeholder 4"/>
          <p:cNvSpPr>
            <a:spLocks noGrp="1"/>
          </p:cNvSpPr>
          <p:nvPr>
            <p:ph type="sldNum" sz="quarter" idx="12"/>
            <p:custDataLst>
              <p:tags r:id="rId3"/>
            </p:custDataLst>
          </p:nvPr>
        </p:nvSpPr>
        <p:spPr/>
        <p:txBody>
          <a:bodyPr/>
          <a:lstStyle/>
          <a:p>
            <a:fld id="{49AE70B2-8BF9-45C0-BB95-33D1B9D3A854}" type="slidenum">
              <a:rPr lang="en-US" smtClean="0"/>
              <a:t>‹#›</a:t>
            </a:fld>
            <a:endParaRPr lang="en-US"/>
          </a:p>
        </p:txBody>
      </p:sp>
      <p:sp>
        <p:nvSpPr>
          <p:cNvPr id="2" name="Title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a:t>Click to edit title</a:t>
            </a:r>
          </a:p>
        </p:txBody>
      </p:sp>
      <p:sp>
        <p:nvSpPr>
          <p:cNvPr id="7" name="Text Placeholder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p>
        </p:txBody>
      </p:sp>
      <p:sp>
        <p:nvSpPr>
          <p:cNvPr id="3" name="Text Placeholder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t>10/6/2026</a:t>
            </a:fld>
            <a:endParaRPr lang="en-US"/>
          </a:p>
        </p:txBody>
      </p:sp>
      <p:sp>
        <p:nvSpPr>
          <p:cNvPr id="5" name="Footer Placeholder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t>‹#›</a:t>
            </a:fld>
            <a:endParaRPr 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4.xml"/><Relationship Id="rId1" Type="http://schemas.openxmlformats.org/officeDocument/2006/relationships/tags" Target="../tags/tag6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tags" Target="../tags/tag6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45671" y="473507"/>
            <a:ext cx="9764482" cy="1458607"/>
          </a:xfrm>
        </p:spPr>
        <p:txBody>
          <a:bodyPr>
            <a:normAutofit fontScale="90000"/>
          </a:bodyPr>
          <a:lstStyle/>
          <a:p>
            <a:pPr marL="425450">
              <a:lnSpc>
                <a:spcPct val="100000"/>
              </a:lnSpc>
              <a:spcBef>
                <a:spcPts val="100"/>
              </a:spcBef>
            </a:pPr>
            <a:r>
              <a:rPr lang="en-US" sz="1800" b="1" dirty="0">
                <a:latin typeface="Times New Roman" panose="02020603050405020304"/>
                <a:cs typeface="Times New Roman" panose="02020603050405020304"/>
              </a:rPr>
              <a:t>KOMMURI</a:t>
            </a:r>
            <a:r>
              <a:rPr lang="en-US" sz="1800" b="1" spc="-60" dirty="0">
                <a:latin typeface="Times New Roman" panose="02020603050405020304"/>
                <a:cs typeface="Times New Roman" panose="02020603050405020304"/>
              </a:rPr>
              <a:t> </a:t>
            </a:r>
            <a:r>
              <a:rPr lang="en-US" sz="1800" b="1" dirty="0">
                <a:latin typeface="Times New Roman" panose="02020603050405020304"/>
                <a:cs typeface="Times New Roman" panose="02020603050405020304"/>
              </a:rPr>
              <a:t>PRATAP</a:t>
            </a:r>
            <a:r>
              <a:rPr lang="en-US" sz="1800" b="1" spc="-40" dirty="0">
                <a:latin typeface="Times New Roman" panose="02020603050405020304"/>
                <a:cs typeface="Times New Roman" panose="02020603050405020304"/>
              </a:rPr>
              <a:t> </a:t>
            </a:r>
            <a:r>
              <a:rPr lang="en-US" sz="1800" b="1" dirty="0">
                <a:latin typeface="Times New Roman" panose="02020603050405020304"/>
                <a:cs typeface="Times New Roman" panose="02020603050405020304"/>
              </a:rPr>
              <a:t>REDDY</a:t>
            </a:r>
            <a:r>
              <a:rPr lang="en-US" sz="1800" b="1" spc="-40" dirty="0">
                <a:latin typeface="Times New Roman" panose="02020603050405020304"/>
                <a:cs typeface="Times New Roman" panose="02020603050405020304"/>
              </a:rPr>
              <a:t> </a:t>
            </a:r>
            <a:r>
              <a:rPr lang="en-US" sz="1800" b="1" dirty="0">
                <a:latin typeface="Times New Roman" panose="02020603050405020304"/>
                <a:cs typeface="Times New Roman" panose="02020603050405020304"/>
              </a:rPr>
              <a:t>INSTITUTE</a:t>
            </a:r>
            <a:r>
              <a:rPr lang="en-US" sz="1800" b="1" spc="-30" dirty="0">
                <a:latin typeface="Times New Roman" panose="02020603050405020304"/>
                <a:cs typeface="Times New Roman" panose="02020603050405020304"/>
              </a:rPr>
              <a:t> </a:t>
            </a:r>
            <a:r>
              <a:rPr lang="en-US" sz="1800" b="1" dirty="0">
                <a:latin typeface="Times New Roman" panose="02020603050405020304"/>
                <a:cs typeface="Times New Roman" panose="02020603050405020304"/>
              </a:rPr>
              <a:t>OF</a:t>
            </a:r>
            <a:r>
              <a:rPr lang="en-US" sz="1800" b="1" spc="-45" dirty="0">
                <a:latin typeface="Times New Roman" panose="02020603050405020304"/>
                <a:cs typeface="Times New Roman" panose="02020603050405020304"/>
              </a:rPr>
              <a:t> </a:t>
            </a:r>
            <a:r>
              <a:rPr lang="en-US" sz="1800" b="1" spc="-10" dirty="0">
                <a:latin typeface="Times New Roman" panose="02020603050405020304"/>
                <a:cs typeface="Times New Roman" panose="02020603050405020304"/>
              </a:rPr>
              <a:t>TECHNOLOGY </a:t>
            </a:r>
            <a:br>
              <a:rPr lang="en-US" sz="1800" b="1" dirty="0">
                <a:latin typeface="Times New Roman" panose="02020603050405020304"/>
                <a:cs typeface="Times New Roman" panose="02020603050405020304"/>
              </a:rPr>
            </a:br>
            <a:r>
              <a:rPr lang="en-US" sz="1800" b="1" spc="-10" dirty="0">
                <a:latin typeface="Times New Roman" panose="02020603050405020304"/>
                <a:cs typeface="Times New Roman" panose="02020603050405020304"/>
              </a:rPr>
              <a:t>( UGC-</a:t>
            </a:r>
            <a:r>
              <a:rPr lang="en-US" sz="1800" b="1" dirty="0">
                <a:latin typeface="Times New Roman" panose="02020603050405020304"/>
                <a:cs typeface="Times New Roman" panose="02020603050405020304"/>
              </a:rPr>
              <a:t>Autonomous</a:t>
            </a:r>
            <a:r>
              <a:rPr lang="en-US" sz="1800" b="1" spc="-30" dirty="0">
                <a:latin typeface="Times New Roman" panose="02020603050405020304"/>
                <a:cs typeface="Times New Roman" panose="02020603050405020304"/>
              </a:rPr>
              <a:t> </a:t>
            </a:r>
            <a:r>
              <a:rPr lang="en-US" sz="1800" b="1" spc="-10" dirty="0">
                <a:latin typeface="Times New Roman" panose="02020603050405020304"/>
                <a:cs typeface="Times New Roman" panose="02020603050405020304"/>
              </a:rPr>
              <a:t>Institution )</a:t>
            </a:r>
            <a:br>
              <a:rPr lang="en-US" sz="1800" b="1" spc="-10" dirty="0">
                <a:latin typeface="Times New Roman" panose="02020603050405020304"/>
                <a:cs typeface="Times New Roman" panose="02020603050405020304"/>
              </a:rPr>
            </a:br>
            <a:r>
              <a:rPr lang="en-IN" sz="1800" b="1" dirty="0" err="1">
                <a:latin typeface="Times New Roman" panose="02020603050405020304"/>
                <a:cs typeface="Times New Roman" panose="02020603050405020304"/>
              </a:rPr>
              <a:t>Ghanpur</a:t>
            </a:r>
            <a:r>
              <a:rPr lang="en-IN" sz="1800" b="1" dirty="0">
                <a:latin typeface="Times New Roman" panose="02020603050405020304"/>
                <a:cs typeface="Times New Roman" panose="02020603050405020304"/>
              </a:rPr>
              <a:t>(V),</a:t>
            </a:r>
            <a:r>
              <a:rPr lang="en-IN" sz="1800" b="1" spc="-45" dirty="0">
                <a:latin typeface="Times New Roman" panose="02020603050405020304"/>
                <a:cs typeface="Times New Roman" panose="02020603050405020304"/>
              </a:rPr>
              <a:t> </a:t>
            </a:r>
            <a:r>
              <a:rPr lang="en-IN" sz="1800" b="1" dirty="0" err="1">
                <a:latin typeface="Times New Roman" panose="02020603050405020304"/>
                <a:cs typeface="Times New Roman" panose="02020603050405020304"/>
              </a:rPr>
              <a:t>Ghatkesar</a:t>
            </a:r>
            <a:r>
              <a:rPr lang="en-IN" sz="1800" b="1" dirty="0">
                <a:latin typeface="Times New Roman" panose="02020603050405020304"/>
                <a:cs typeface="Times New Roman" panose="02020603050405020304"/>
              </a:rPr>
              <a:t>(M),</a:t>
            </a:r>
            <a:r>
              <a:rPr lang="en-IN" sz="1800" b="1" spc="-45" dirty="0">
                <a:latin typeface="Times New Roman" panose="02020603050405020304"/>
                <a:cs typeface="Times New Roman" panose="02020603050405020304"/>
              </a:rPr>
              <a:t> </a:t>
            </a:r>
            <a:r>
              <a:rPr lang="en-IN" sz="1800" b="1" dirty="0" err="1">
                <a:latin typeface="Times New Roman" panose="02020603050405020304"/>
                <a:cs typeface="Times New Roman" panose="02020603050405020304"/>
              </a:rPr>
              <a:t>Medchal</a:t>
            </a:r>
            <a:r>
              <a:rPr lang="en-IN" sz="1800" b="1" dirty="0">
                <a:latin typeface="Times New Roman" panose="02020603050405020304"/>
                <a:cs typeface="Times New Roman" panose="02020603050405020304"/>
              </a:rPr>
              <a:t>(D),</a:t>
            </a:r>
            <a:r>
              <a:rPr lang="en-IN" sz="1800" b="1" spc="-60" dirty="0">
                <a:latin typeface="Times New Roman" panose="02020603050405020304"/>
                <a:cs typeface="Times New Roman" panose="02020603050405020304"/>
              </a:rPr>
              <a:t> </a:t>
            </a:r>
            <a:r>
              <a:rPr lang="en-IN" sz="1800" b="1" spc="-10" dirty="0">
                <a:latin typeface="Times New Roman" panose="02020603050405020304"/>
                <a:cs typeface="Times New Roman" panose="02020603050405020304"/>
              </a:rPr>
              <a:t>Hyderabad-500088</a:t>
            </a:r>
            <a:br>
              <a:rPr lang="en-IN" sz="1800" dirty="0">
                <a:latin typeface="Times New Roman" panose="02020603050405020304"/>
                <a:cs typeface="Times New Roman" panose="02020603050405020304"/>
              </a:rPr>
            </a:br>
            <a:br>
              <a:rPr lang="en-IN" sz="1800" dirty="0">
                <a:latin typeface="Times New Roman" panose="02020603050405020304"/>
                <a:cs typeface="Times New Roman" panose="02020603050405020304"/>
              </a:rPr>
            </a:br>
            <a:endParaRPr lang="en-IN" sz="18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819210" y="2097342"/>
            <a:ext cx="10241139" cy="1806281"/>
          </a:xfrm>
        </p:spPr>
        <p:txBody>
          <a:bodyPr>
            <a:normAutofit/>
          </a:bodyPr>
          <a:lstStyle/>
          <a:p>
            <a:pPr marL="391160">
              <a:lnSpc>
                <a:spcPct val="100000"/>
              </a:lnSpc>
            </a:pPr>
            <a:r>
              <a:rPr lang="en-IN" u="sng" spc="-229" dirty="0">
                <a:uFill>
                  <a:solidFill>
                    <a:srgbClr val="000000"/>
                  </a:solidFill>
                </a:uFill>
                <a:latin typeface="Times New Roman" panose="02020603050405020304" pitchFamily="18" charset="0"/>
                <a:cs typeface="Times New Roman" panose="02020603050405020304" pitchFamily="18" charset="0"/>
              </a:rPr>
              <a:t>DEPARTMENT</a:t>
            </a:r>
            <a:r>
              <a:rPr lang="en-IN" u="sng" spc="5" dirty="0">
                <a:uFill>
                  <a:solidFill>
                    <a:srgbClr val="000000"/>
                  </a:solidFill>
                </a:uFill>
                <a:latin typeface="Times New Roman" panose="02020603050405020304" pitchFamily="18" charset="0"/>
                <a:cs typeface="Times New Roman" panose="02020603050405020304" pitchFamily="18" charset="0"/>
              </a:rPr>
              <a:t> </a:t>
            </a:r>
            <a:r>
              <a:rPr lang="en-IN" u="sng" spc="-165" dirty="0">
                <a:uFill>
                  <a:solidFill>
                    <a:srgbClr val="000000"/>
                  </a:solidFill>
                </a:uFill>
                <a:latin typeface="Times New Roman" panose="02020603050405020304" pitchFamily="18" charset="0"/>
                <a:cs typeface="Times New Roman" panose="02020603050405020304" pitchFamily="18" charset="0"/>
              </a:rPr>
              <a:t>OF</a:t>
            </a:r>
            <a:r>
              <a:rPr lang="en-IN" u="sng" spc="35" dirty="0">
                <a:uFill>
                  <a:solidFill>
                    <a:srgbClr val="000000"/>
                  </a:solidFill>
                </a:uFill>
                <a:latin typeface="Times New Roman" panose="02020603050405020304" pitchFamily="18" charset="0"/>
                <a:cs typeface="Times New Roman" panose="02020603050405020304" pitchFamily="18" charset="0"/>
              </a:rPr>
              <a:t> </a:t>
            </a:r>
            <a:r>
              <a:rPr lang="en-IN" u="sng" spc="-220" dirty="0">
                <a:uFill>
                  <a:solidFill>
                    <a:srgbClr val="000000"/>
                  </a:solidFill>
                </a:uFill>
                <a:latin typeface="Times New Roman" panose="02020603050405020304" pitchFamily="18" charset="0"/>
                <a:cs typeface="Times New Roman" panose="02020603050405020304" pitchFamily="18" charset="0"/>
              </a:rPr>
              <a:t>COMPUTER</a:t>
            </a:r>
            <a:r>
              <a:rPr lang="en-IN" u="sng" spc="20" dirty="0">
                <a:uFill>
                  <a:solidFill>
                    <a:srgbClr val="000000"/>
                  </a:solidFill>
                </a:uFill>
                <a:latin typeface="Times New Roman" panose="02020603050405020304" pitchFamily="18" charset="0"/>
                <a:cs typeface="Times New Roman" panose="02020603050405020304" pitchFamily="18" charset="0"/>
              </a:rPr>
              <a:t> </a:t>
            </a:r>
            <a:r>
              <a:rPr lang="en-IN" u="sng" spc="-245" dirty="0">
                <a:uFill>
                  <a:solidFill>
                    <a:srgbClr val="000000"/>
                  </a:solidFill>
                </a:uFill>
                <a:latin typeface="Times New Roman" panose="02020603050405020304" pitchFamily="18" charset="0"/>
                <a:cs typeface="Times New Roman" panose="02020603050405020304" pitchFamily="18" charset="0"/>
              </a:rPr>
              <a:t>SCIENCE</a:t>
            </a:r>
            <a:r>
              <a:rPr lang="en-IN" u="sng" spc="45" dirty="0">
                <a:uFill>
                  <a:solidFill>
                    <a:srgbClr val="000000"/>
                  </a:solidFill>
                </a:uFill>
                <a:latin typeface="Times New Roman" panose="02020603050405020304" pitchFamily="18" charset="0"/>
                <a:cs typeface="Times New Roman" panose="02020603050405020304" pitchFamily="18" charset="0"/>
              </a:rPr>
              <a:t> </a:t>
            </a:r>
            <a:r>
              <a:rPr lang="en-IN" u="sng" spc="-90" dirty="0">
                <a:uFill>
                  <a:solidFill>
                    <a:srgbClr val="000000"/>
                  </a:solidFill>
                </a:uFill>
                <a:latin typeface="Times New Roman" panose="02020603050405020304" pitchFamily="18" charset="0"/>
                <a:cs typeface="Times New Roman" panose="02020603050405020304" pitchFamily="18" charset="0"/>
              </a:rPr>
              <a:t>ENGINEERING (AI&amp;ML)</a:t>
            </a:r>
          </a:p>
          <a:p>
            <a:pPr marL="391160">
              <a:lnSpc>
                <a:spcPct val="100000"/>
              </a:lnSpc>
            </a:pPr>
            <a:r>
              <a:rPr lang="en-IN" sz="2000" dirty="0">
                <a:latin typeface="Arial MT"/>
                <a:cs typeface="Arial MT"/>
              </a:rPr>
              <a:t>IOMP  REVIEW – 02</a:t>
            </a:r>
          </a:p>
          <a:p>
            <a:pPr marL="391160">
              <a:lnSpc>
                <a:spcPct val="100000"/>
              </a:lnSpc>
            </a:pPr>
            <a:endParaRPr lang="en-IN" sz="2000" dirty="0">
              <a:latin typeface="Arial MT"/>
              <a:cs typeface="Arial MT"/>
            </a:endParaRPr>
          </a:p>
          <a:p>
            <a:pPr>
              <a:spcBef>
                <a:spcPts val="265"/>
              </a:spcBef>
            </a:pPr>
            <a:r>
              <a:rPr lang="en-US" altLang="en-IN" sz="2000" b="1" dirty="0">
                <a:latin typeface="Times New Roman" panose="02020603050405020304" pitchFamily="18" charset="0"/>
                <a:cs typeface="Times New Roman" panose="02020603050405020304" pitchFamily="18" charset="0"/>
              </a:rPr>
              <a:t>    MULTI-AGENT CODE REVIEW AND REFACTORING ASSISTANT</a:t>
            </a:r>
          </a:p>
        </p:txBody>
      </p:sp>
      <p:pic>
        <p:nvPicPr>
          <p:cNvPr id="4" name="object 5"/>
          <p:cNvPicPr/>
          <p:nvPr/>
        </p:nvPicPr>
        <p:blipFill>
          <a:blip r:embed="rId2" cstate="print"/>
          <a:stretch>
            <a:fillRect/>
          </a:stretch>
        </p:blipFill>
        <p:spPr>
          <a:xfrm>
            <a:off x="1188861" y="609898"/>
            <a:ext cx="1153795" cy="860234"/>
          </a:xfrm>
          <a:prstGeom prst="rect">
            <a:avLst/>
          </a:prstGeom>
        </p:spPr>
      </p:pic>
      <p:pic>
        <p:nvPicPr>
          <p:cNvPr id="5" name="object 6"/>
          <p:cNvPicPr/>
          <p:nvPr/>
        </p:nvPicPr>
        <p:blipFill>
          <a:blip r:embed="rId3" cstate="print"/>
          <a:stretch>
            <a:fillRect/>
          </a:stretch>
        </p:blipFill>
        <p:spPr>
          <a:xfrm>
            <a:off x="9897217" y="593197"/>
            <a:ext cx="958850" cy="876935"/>
          </a:xfrm>
          <a:prstGeom prst="rect">
            <a:avLst/>
          </a:prstGeom>
        </p:spPr>
      </p:pic>
      <p:sp>
        <p:nvSpPr>
          <p:cNvPr id="6" name="TextBox 5"/>
          <p:cNvSpPr txBox="1"/>
          <p:nvPr/>
        </p:nvSpPr>
        <p:spPr>
          <a:xfrm>
            <a:off x="1029997" y="4539183"/>
            <a:ext cx="3569109" cy="1322070"/>
          </a:xfrm>
          <a:prstGeom prst="rect">
            <a:avLst/>
          </a:prstGeom>
          <a:noFill/>
        </p:spPr>
        <p:txBody>
          <a:bodyPr wrap="square" rtlCol="0">
            <a:spAutoFit/>
          </a:bodyPr>
          <a:lstStyle/>
          <a:p>
            <a:r>
              <a:rPr lang="en-IN" sz="1600" u="sng" dirty="0">
                <a:latin typeface="Times New Roman" panose="02020603050405020304" pitchFamily="18" charset="0"/>
                <a:cs typeface="Times New Roman" panose="02020603050405020304" pitchFamily="18" charset="0"/>
              </a:rPr>
              <a:t> UNDER THE GUIDANCE OF :</a:t>
            </a:r>
          </a:p>
          <a:p>
            <a:endParaRPr lang="en-IN" sz="1600" u="sng"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a:t>
            </a:r>
            <a:r>
              <a:rPr lang="en-US" altLang="en-IN" sz="1600" dirty="0">
                <a:latin typeface="Times New Roman" panose="02020603050405020304" pitchFamily="18" charset="0"/>
                <a:cs typeface="Times New Roman" panose="02020603050405020304" pitchFamily="18" charset="0"/>
              </a:rPr>
              <a:t>G. DIVYA</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AS</a:t>
            </a:r>
            <a:r>
              <a:rPr lang="en-US" altLang="en-IN" sz="1600" dirty="0">
                <a:latin typeface="Times New Roman" panose="02020603050405020304" pitchFamily="18" charset="0"/>
                <a:cs typeface="Times New Roman" panose="02020603050405020304" pitchFamily="18" charset="0"/>
              </a:rPr>
              <a:t>SISTANT</a:t>
            </a:r>
            <a:r>
              <a:rPr lang="en-IN" sz="1600" dirty="0">
                <a:latin typeface="Times New Roman" panose="02020603050405020304" pitchFamily="18" charset="0"/>
                <a:cs typeface="Times New Roman" panose="02020603050405020304" pitchFamily="18" charset="0"/>
              </a:rPr>
              <a:t> PROFESSOR</a:t>
            </a:r>
          </a:p>
          <a:p>
            <a:r>
              <a:rPr lang="en-IN" sz="1600" dirty="0">
                <a:latin typeface="Times New Roman" panose="02020603050405020304" pitchFamily="18" charset="0"/>
                <a:cs typeface="Times New Roman" panose="02020603050405020304" pitchFamily="18" charset="0"/>
              </a:rPr>
              <a:t> DEPARTMENT OF CSE (AI &amp; ML)</a:t>
            </a:r>
          </a:p>
        </p:txBody>
      </p:sp>
      <p:sp>
        <p:nvSpPr>
          <p:cNvPr id="8" name="TextBox 7"/>
          <p:cNvSpPr txBox="1"/>
          <p:nvPr/>
        </p:nvSpPr>
        <p:spPr>
          <a:xfrm>
            <a:off x="7211033" y="4539183"/>
            <a:ext cx="3950970" cy="1845310"/>
          </a:xfrm>
          <a:prstGeom prst="rect">
            <a:avLst/>
          </a:prstGeom>
          <a:noFill/>
        </p:spPr>
        <p:txBody>
          <a:bodyPr wrap="square">
            <a:spAutoFit/>
          </a:bodyPr>
          <a:lstStyle/>
          <a:p>
            <a:r>
              <a:rPr lang="en-IN" sz="1600" dirty="0">
                <a:latin typeface="Times New Roman" panose="02020603050405020304" pitchFamily="18" charset="0"/>
                <a:cs typeface="Times New Roman" panose="02020603050405020304" pitchFamily="18" charset="0"/>
              </a:rPr>
              <a:t>             </a:t>
            </a:r>
            <a:r>
              <a:rPr lang="en-IN" sz="1600" u="sng" dirty="0">
                <a:latin typeface="Times New Roman" panose="02020603050405020304" pitchFamily="18" charset="0"/>
                <a:cs typeface="Times New Roman" panose="02020603050405020304" pitchFamily="18" charset="0"/>
              </a:rPr>
              <a:t>PRESENTED BY :</a:t>
            </a:r>
          </a:p>
          <a:p>
            <a:endParaRPr lang="en-IN" sz="1600" u="sng"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K SRAVYA (23RA1A66B4)</a:t>
            </a:r>
          </a:p>
          <a:p>
            <a:r>
              <a:rPr lang="en-IN" sz="1600" dirty="0">
                <a:latin typeface="Times New Roman" panose="02020603050405020304" pitchFamily="18" charset="0"/>
                <a:cs typeface="Times New Roman" panose="02020603050405020304" pitchFamily="18" charset="0"/>
              </a:rPr>
              <a:t>     N.</a:t>
            </a:r>
            <a:r>
              <a:rPr lang="en-US" altLang="en-IN" sz="1600" dirty="0">
                <a:latin typeface="Times New Roman" panose="02020603050405020304" pitchFamily="18" charset="0"/>
                <a:cs typeface="Times New Roman" panose="02020603050405020304" pitchFamily="18" charset="0"/>
              </a:rPr>
              <a:t> PUJITHA</a:t>
            </a:r>
            <a:r>
              <a:rPr lang="en-IN" sz="1600" dirty="0">
                <a:latin typeface="Times New Roman" panose="02020603050405020304" pitchFamily="18" charset="0"/>
                <a:cs typeface="Times New Roman" panose="02020603050405020304" pitchFamily="18" charset="0"/>
              </a:rPr>
              <a:t> (23RA1A66</a:t>
            </a:r>
            <a:r>
              <a:rPr lang="en-US" altLang="en-IN" sz="1600" dirty="0">
                <a:latin typeface="Times New Roman" panose="02020603050405020304" pitchFamily="18" charset="0"/>
                <a:cs typeface="Times New Roman" panose="02020603050405020304" pitchFamily="18" charset="0"/>
              </a:rPr>
              <a:t>76</a:t>
            </a:r>
            <a:r>
              <a:rPr lang="en-IN" sz="1600" dirty="0">
                <a:latin typeface="Times New Roman" panose="02020603050405020304" pitchFamily="18" charset="0"/>
                <a:cs typeface="Times New Roman" panose="02020603050405020304" pitchFamily="18" charset="0"/>
              </a:rPr>
              <a:t>)</a:t>
            </a:r>
          </a:p>
          <a:p>
            <a:r>
              <a:rPr lang="en-IN" sz="1600" dirty="0">
                <a:latin typeface="Times New Roman" panose="02020603050405020304" pitchFamily="18" charset="0"/>
                <a:cs typeface="Times New Roman" panose="02020603050405020304" pitchFamily="18" charset="0"/>
              </a:rPr>
              <a:t>     </a:t>
            </a:r>
            <a:r>
              <a:rPr lang="en-US" altLang="en-IN" sz="1600" dirty="0">
                <a:latin typeface="Times New Roman" panose="02020603050405020304" pitchFamily="18" charset="0"/>
                <a:cs typeface="Times New Roman" panose="02020603050405020304" pitchFamily="18" charset="0"/>
              </a:rPr>
              <a:t>K. YESHWANTH </a:t>
            </a:r>
            <a:r>
              <a:rPr lang="en-IN" sz="1600" dirty="0">
                <a:latin typeface="Times New Roman" panose="02020603050405020304" pitchFamily="18" charset="0"/>
                <a:cs typeface="Times New Roman" panose="02020603050405020304" pitchFamily="18" charset="0"/>
              </a:rPr>
              <a:t>  (23RA1A66</a:t>
            </a:r>
            <a:r>
              <a:rPr lang="en-US" altLang="en-IN" sz="1600" dirty="0">
                <a:latin typeface="Times New Roman" panose="02020603050405020304" pitchFamily="18" charset="0"/>
                <a:cs typeface="Times New Roman" panose="02020603050405020304" pitchFamily="18" charset="0"/>
              </a:rPr>
              <a:t>D9</a:t>
            </a:r>
            <a:r>
              <a:rPr lang="en-IN" sz="1600" dirty="0">
                <a:latin typeface="Times New Roman" panose="02020603050405020304" pitchFamily="18" charset="0"/>
                <a:cs typeface="Times New Roman" panose="02020603050405020304" pitchFamily="18" charset="0"/>
              </a:rPr>
              <a:t>)</a:t>
            </a:r>
          </a:p>
          <a:p>
            <a:r>
              <a:rPr lang="en-IN" sz="1600" dirty="0">
                <a:latin typeface="Times New Roman" panose="02020603050405020304" pitchFamily="18" charset="0"/>
                <a:cs typeface="Times New Roman" panose="02020603050405020304" pitchFamily="18" charset="0"/>
              </a:rPr>
              <a:t> </a:t>
            </a:r>
            <a:r>
              <a:rPr lang="en-US" altLang="en-IN" sz="1600" dirty="0">
                <a:latin typeface="Times New Roman" panose="02020603050405020304" pitchFamily="18" charset="0"/>
                <a:cs typeface="Times New Roman" panose="02020603050405020304" pitchFamily="18" charset="0"/>
              </a:rPr>
              <a:t>    P. VINITH (23RA1A66D2)</a:t>
            </a:r>
            <a:endParaRPr lang="en-IN" sz="16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705677" y="272374"/>
            <a:ext cx="10969200" cy="705600"/>
          </a:xfrm>
        </p:spPr>
        <p:txBody>
          <a:bodyPr/>
          <a:lstStyle/>
          <a:p>
            <a:r>
              <a:rPr lang="en-US" sz="3200" dirty="0">
                <a:latin typeface="Times New Roman" panose="02020603050405020304" pitchFamily="18" charset="0"/>
                <a:cs typeface="Times New Roman" panose="02020603050405020304" pitchFamily="18" charset="0"/>
              </a:rPr>
              <a:t>PROBLEM STATEMENT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custDataLst>
              <p:tags r:id="rId2"/>
            </p:custDataLst>
          </p:nvPr>
        </p:nvSpPr>
        <p:spPr>
          <a:xfrm>
            <a:off x="611400" y="1256936"/>
            <a:ext cx="10969200" cy="5095226"/>
          </a:xfrm>
        </p:spPr>
        <p:txBody>
          <a:bodyPr>
            <a:noAutofit/>
          </a:bodyPr>
          <a:lstStyle/>
          <a:p>
            <a:pPr lvl="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Modern codebases require continuous review to identify </a:t>
            </a:r>
            <a:r>
              <a:rPr lang="en-IN" sz="2000" b="1" dirty="0">
                <a:latin typeface="Times New Roman" panose="02020603050405020304" pitchFamily="18" charset="0"/>
                <a:cs typeface="Times New Roman" panose="02020603050405020304" pitchFamily="18" charset="0"/>
              </a:rPr>
              <a:t>code-quality issues, security vulnerabilities, and code complexity</a:t>
            </a:r>
            <a:r>
              <a:rPr lang="en-IN" sz="2000" dirty="0">
                <a:latin typeface="Times New Roman" panose="02020603050405020304" pitchFamily="18" charset="0"/>
                <a:cs typeface="Times New Roman" panose="02020603050405020304" pitchFamily="18" charset="0"/>
              </a:rPr>
              <a:t>. </a:t>
            </a:r>
          </a:p>
          <a:p>
            <a:pPr lvl="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Existing review processes often depend on </a:t>
            </a:r>
            <a:r>
              <a:rPr lang="en-IN" sz="2000" b="1" dirty="0">
                <a:latin typeface="Times New Roman" panose="02020603050405020304" pitchFamily="18" charset="0"/>
                <a:cs typeface="Times New Roman" panose="02020603050405020304" pitchFamily="18" charset="0"/>
              </a:rPr>
              <a:t>manual analysis</a:t>
            </a:r>
            <a:r>
              <a:rPr lang="en-IN" sz="2000" dirty="0">
                <a:latin typeface="Times New Roman" panose="02020603050405020304" pitchFamily="18" charset="0"/>
                <a:cs typeface="Times New Roman" panose="02020603050405020304" pitchFamily="18" charset="0"/>
              </a:rPr>
              <a:t>, making them time-consuming and difficult to scale. </a:t>
            </a:r>
          </a:p>
          <a:p>
            <a:pPr lvl="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Detecting an issue is not enough; </a:t>
            </a:r>
            <a:r>
              <a:rPr lang="en-IN" sz="2000" b="1" dirty="0">
                <a:latin typeface="Times New Roman" panose="02020603050405020304" pitchFamily="18" charset="0"/>
                <a:cs typeface="Times New Roman" panose="02020603050405020304" pitchFamily="18" charset="0"/>
              </a:rPr>
              <a:t>refactoring the code and creating tests to validate the changes</a:t>
            </a:r>
            <a:r>
              <a:rPr lang="en-IN" sz="2000" dirty="0">
                <a:latin typeface="Times New Roman" panose="02020603050405020304" pitchFamily="18" charset="0"/>
                <a:cs typeface="Times New Roman" panose="02020603050405020304" pitchFamily="18" charset="0"/>
              </a:rPr>
              <a:t> also require developer effort. </a:t>
            </a:r>
          </a:p>
          <a:p>
            <a:pPr lvl="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Existing tools often handle </a:t>
            </a:r>
            <a:r>
              <a:rPr lang="en-IN" sz="2000" b="1" dirty="0">
                <a:latin typeface="Times New Roman" panose="02020603050405020304" pitchFamily="18" charset="0"/>
                <a:cs typeface="Times New Roman" panose="02020603050405020304" pitchFamily="18" charset="0"/>
              </a:rPr>
              <a:t>code analysis, refactoring, and testing as separate tasks</a:t>
            </a:r>
            <a:r>
              <a:rPr lang="en-IN" sz="2000" dirty="0">
                <a:latin typeface="Times New Roman" panose="02020603050405020304" pitchFamily="18" charset="0"/>
                <a:cs typeface="Times New Roman" panose="02020603050405020304" pitchFamily="18" charset="0"/>
              </a:rPr>
              <a:t>, lacking an integrated workflow. </a:t>
            </a:r>
          </a:p>
          <a:p>
            <a:pPr lvl="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Therefore, an intelligent system is needed to </a:t>
            </a:r>
            <a:r>
              <a:rPr lang="en-IN" sz="2000" b="1" dirty="0">
                <a:latin typeface="Times New Roman" panose="02020603050405020304" pitchFamily="18" charset="0"/>
                <a:cs typeface="Times New Roman" panose="02020603050405020304" pitchFamily="18" charset="0"/>
              </a:rPr>
              <a:t>coordinate code review, refactoring, and test generation through specialized AI agents</a:t>
            </a:r>
            <a:r>
              <a:rPr lang="en-IN" sz="2000" dirty="0">
                <a:latin typeface="Times New Roman" panose="02020603050405020304" pitchFamily="18" charset="0"/>
                <a:cs typeface="Times New Roman" panose="02020603050405020304" pitchFamily="18" charset="0"/>
              </a:rPr>
              <a:t>, while keeping </a:t>
            </a:r>
            <a:r>
              <a:rPr lang="en-IN" sz="2000" b="1" dirty="0">
                <a:latin typeface="Times New Roman" panose="02020603050405020304" pitchFamily="18" charset="0"/>
                <a:cs typeface="Times New Roman" panose="02020603050405020304" pitchFamily="18" charset="0"/>
              </a:rPr>
              <a:t>human approval</a:t>
            </a:r>
            <a:r>
              <a:rPr lang="en-IN" sz="2000" dirty="0">
                <a:latin typeface="Times New Roman" panose="02020603050405020304" pitchFamily="18" charset="0"/>
                <a:cs typeface="Times New Roman" panose="02020603050405020304" pitchFamily="18" charset="0"/>
              </a:rPr>
              <a:t> before applying changes.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normAutofit/>
          </a:bodyPr>
          <a:lstStyle/>
          <a:p>
            <a:pPr algn="just"/>
            <a:r>
              <a:rPr lang="en-US" sz="3200" dirty="0">
                <a:latin typeface="Times New Roman" panose="02020603050405020304" pitchFamily="18" charset="0"/>
                <a:cs typeface="Times New Roman" panose="02020603050405020304" pitchFamily="18" charset="0"/>
              </a:rPr>
              <a:t>                            ABSTRACT</a:t>
            </a:r>
          </a:p>
        </p:txBody>
      </p:sp>
      <p:sp>
        <p:nvSpPr>
          <p:cNvPr id="3" name="Content Placeholder 2"/>
          <p:cNvSpPr>
            <a:spLocks noGrp="1"/>
          </p:cNvSpPr>
          <p:nvPr>
            <p:ph idx="1"/>
            <p:custDataLst>
              <p:tags r:id="rId2"/>
            </p:custDataLst>
          </p:nvPr>
        </p:nvSpPr>
        <p:spPr>
          <a:xfrm>
            <a:off x="1191895" y="1490345"/>
            <a:ext cx="9925050" cy="4759325"/>
          </a:xfrm>
        </p:spPr>
        <p:txBody>
          <a:bodyPr/>
          <a:lstStyle/>
          <a:p>
            <a:pPr marL="0" indent="0" algn="just">
              <a:buNone/>
            </a:pPr>
            <a:r>
              <a:rPr lang="en-US" altLang="en-US" sz="2000">
                <a:latin typeface="Times New Roman" panose="02020603050405020304" pitchFamily="18" charset="0"/>
                <a:cs typeface="Times New Roman" panose="02020603050405020304" pitchFamily="18" charset="0"/>
              </a:rPr>
              <a:t>This project proposes a Multi-Agent Code Review and Refactoring Assistant, an AI-powered system that automates code review, refactoring, and test generation using specialized intelligent agents. A Code Reviewer Agent detects code quality issues, security vulnerabilities, and complexity problems using LLMs and tools such as Pylint and Bandit. A Refactoring Agent suggests optimized improvements, while a Test Generation Agent creates unit tests to validate the changes. Using LangGraph or CrewAI for agent coordination and human approval for modifications, the system aims to improve code quality, security, reliability, and developer productivity while supporting integration with modern CI/CD workflows.</a:t>
            </a:r>
          </a:p>
          <a:p>
            <a:pPr algn="just"/>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FC793-B765-A743-5F7F-EB60DA38CE29}"/>
              </a:ext>
            </a:extLst>
          </p:cNvPr>
          <p:cNvSpPr>
            <a:spLocks noGrp="1"/>
          </p:cNvSpPr>
          <p:nvPr>
            <p:ph type="title"/>
          </p:nvPr>
        </p:nvSpPr>
        <p:spPr>
          <a:xfrm>
            <a:off x="619813" y="255600"/>
            <a:ext cx="10969200" cy="705600"/>
          </a:xfrm>
        </p:spPr>
        <p:txBody>
          <a:bodyPr/>
          <a:lstStyle/>
          <a:p>
            <a:r>
              <a:rPr lang="en-IN" dirty="0"/>
              <a:t>LITERATURE SURVEY</a:t>
            </a:r>
          </a:p>
        </p:txBody>
      </p:sp>
      <p:sp>
        <p:nvSpPr>
          <p:cNvPr id="3" name="Content Placeholder 2">
            <a:extLst>
              <a:ext uri="{FF2B5EF4-FFF2-40B4-BE49-F238E27FC236}">
                <a16:creationId xmlns:a16="http://schemas.microsoft.com/office/drawing/2014/main" id="{88495975-B5F7-9580-C6A4-620DF6818444}"/>
              </a:ext>
            </a:extLst>
          </p:cNvPr>
          <p:cNvSpPr>
            <a:spLocks noGrp="1"/>
          </p:cNvSpPr>
          <p:nvPr>
            <p:ph idx="1"/>
          </p:nvPr>
        </p:nvSpPr>
        <p:spPr>
          <a:xfrm>
            <a:off x="619813" y="1208297"/>
            <a:ext cx="10969200" cy="5394103"/>
          </a:xfrm>
        </p:spPr>
        <p:txBody>
          <a:bodyPr>
            <a:noAutofit/>
          </a:bodyPr>
          <a:lstStyle/>
          <a:p>
            <a:pPr marL="0" indent="0">
              <a:buNone/>
            </a:pPr>
            <a:r>
              <a:rPr lang="en-IN" sz="1400" b="1" dirty="0">
                <a:latin typeface="Times New Roman" panose="02020603050405020304" pitchFamily="18" charset="0"/>
                <a:cs typeface="Times New Roman" panose="02020603050405020304" pitchFamily="18" charset="0"/>
              </a:rPr>
              <a:t>  1. </a:t>
            </a:r>
            <a:r>
              <a:rPr lang="en-IN" sz="1600" b="1" dirty="0" err="1">
                <a:latin typeface="Times New Roman" panose="02020603050405020304" pitchFamily="18" charset="0"/>
                <a:cs typeface="Times New Roman" panose="02020603050405020304" pitchFamily="18" charset="0"/>
              </a:rPr>
              <a:t>CodeReviewer</a:t>
            </a:r>
            <a:r>
              <a:rPr lang="en-IN" sz="1600" b="1" dirty="0">
                <a:latin typeface="Times New Roman" panose="02020603050405020304" pitchFamily="18" charset="0"/>
                <a:cs typeface="Times New Roman" panose="02020603050405020304" pitchFamily="18" charset="0"/>
              </a:rPr>
              <a:t> — Li et al. (2022)</a:t>
            </a:r>
            <a:endParaRPr lang="en-IN" sz="1600"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Pretrained model for automating code-review activities.</a:t>
            </a:r>
          </a:p>
          <a:p>
            <a:pPr lvl="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Performs code-quality estimation, review-comment generation, and code refinement.</a:t>
            </a:r>
          </a:p>
          <a:p>
            <a:pPr lvl="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Supports the </a:t>
            </a:r>
            <a:r>
              <a:rPr lang="en-IN" sz="1600" b="1" dirty="0">
                <a:latin typeface="Times New Roman" panose="02020603050405020304" pitchFamily="18" charset="0"/>
                <a:cs typeface="Times New Roman" panose="02020603050405020304" pitchFamily="18" charset="0"/>
              </a:rPr>
              <a:t>Code Reviewer Agent</a:t>
            </a:r>
            <a:r>
              <a:rPr lang="en-IN" sz="1600" dirty="0">
                <a:latin typeface="Times New Roman" panose="02020603050405020304" pitchFamily="18" charset="0"/>
                <a:cs typeface="Times New Roman" panose="02020603050405020304" pitchFamily="18" charset="0"/>
              </a:rPr>
              <a:t> of the proposed system.</a:t>
            </a:r>
          </a:p>
          <a:p>
            <a:pPr marL="0" indent="0">
              <a:buNone/>
            </a:pPr>
            <a:r>
              <a:rPr lang="en-IN" sz="1600" b="1" dirty="0">
                <a:latin typeface="Times New Roman" panose="02020603050405020304" pitchFamily="18" charset="0"/>
                <a:cs typeface="Times New Roman" panose="02020603050405020304" pitchFamily="18" charset="0"/>
              </a:rPr>
              <a:t>  2. </a:t>
            </a:r>
            <a:r>
              <a:rPr lang="en-IN" sz="1600" b="1" dirty="0" err="1">
                <a:latin typeface="Times New Roman" panose="02020603050405020304" pitchFamily="18" charset="0"/>
                <a:cs typeface="Times New Roman" panose="02020603050405020304" pitchFamily="18" charset="0"/>
              </a:rPr>
              <a:t>ChatDev</a:t>
            </a:r>
            <a:r>
              <a:rPr lang="en-IN" sz="1600" b="1" dirty="0">
                <a:latin typeface="Times New Roman" panose="02020603050405020304" pitchFamily="18" charset="0"/>
                <a:cs typeface="Times New Roman" panose="02020603050405020304" pitchFamily="18" charset="0"/>
              </a:rPr>
              <a:t> — Qian et al. (2024)</a:t>
            </a:r>
            <a:endParaRPr lang="en-IN" sz="1600"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Introduced a multi-agent framework for software development.</a:t>
            </a:r>
          </a:p>
          <a:p>
            <a:pPr lvl="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Specialized LLM agents collaborate on tasks such as design, coding, and testing.</a:t>
            </a:r>
          </a:p>
          <a:p>
            <a:pPr lvl="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Provides the </a:t>
            </a:r>
            <a:r>
              <a:rPr lang="en-IN" sz="1600" b="1" dirty="0">
                <a:latin typeface="Times New Roman" panose="02020603050405020304" pitchFamily="18" charset="0"/>
                <a:cs typeface="Times New Roman" panose="02020603050405020304" pitchFamily="18" charset="0"/>
              </a:rPr>
              <a:t>conceptual foundation for the multi-agent architecture</a:t>
            </a:r>
            <a:r>
              <a:rPr lang="en-IN" sz="1600" dirty="0">
                <a:latin typeface="Times New Roman" panose="02020603050405020304" pitchFamily="18" charset="0"/>
                <a:cs typeface="Times New Roman" panose="02020603050405020304" pitchFamily="18" charset="0"/>
              </a:rPr>
              <a:t>.</a:t>
            </a:r>
          </a:p>
          <a:p>
            <a:pPr marL="0" indent="0">
              <a:buNone/>
            </a:pPr>
            <a:r>
              <a:rPr lang="en-IN" sz="1600" b="1" dirty="0">
                <a:latin typeface="Times New Roman" panose="02020603050405020304" pitchFamily="18" charset="0"/>
                <a:cs typeface="Times New Roman" panose="02020603050405020304" pitchFamily="18" charset="0"/>
              </a:rPr>
              <a:t>  3. </a:t>
            </a:r>
            <a:r>
              <a:rPr lang="en-IN" sz="1600" b="1" dirty="0" err="1">
                <a:latin typeface="Times New Roman" panose="02020603050405020304" pitchFamily="18" charset="0"/>
                <a:cs typeface="Times New Roman" panose="02020603050405020304" pitchFamily="18" charset="0"/>
              </a:rPr>
              <a:t>AutoCodeRover</a:t>
            </a:r>
            <a:r>
              <a:rPr lang="en-IN" sz="1600" b="1" dirty="0">
                <a:latin typeface="Times New Roman" panose="02020603050405020304" pitchFamily="18" charset="0"/>
                <a:cs typeface="Times New Roman" panose="02020603050405020304" pitchFamily="18" charset="0"/>
              </a:rPr>
              <a:t> — Zhang et al. (2024)</a:t>
            </a:r>
            <a:endParaRPr lang="en-IN" sz="1600"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Uses LLMs, code search, and program structure for autonomous program improvement.</a:t>
            </a:r>
          </a:p>
          <a:p>
            <a:pPr lvl="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Generates modifications to improve existing source code.</a:t>
            </a:r>
          </a:p>
          <a:p>
            <a:pPr lvl="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Supports the </a:t>
            </a:r>
            <a:r>
              <a:rPr lang="en-IN" sz="1600" b="1" dirty="0">
                <a:latin typeface="Times New Roman" panose="02020603050405020304" pitchFamily="18" charset="0"/>
                <a:cs typeface="Times New Roman" panose="02020603050405020304" pitchFamily="18" charset="0"/>
              </a:rPr>
              <a:t>Refactoring Agent</a:t>
            </a:r>
            <a:r>
              <a:rPr lang="en-IN" sz="1600" dirty="0">
                <a:latin typeface="Times New Roman" panose="02020603050405020304" pitchFamily="18" charset="0"/>
                <a:cs typeface="Times New Roman" panose="02020603050405020304" pitchFamily="18" charset="0"/>
              </a:rPr>
              <a:t> in the proposed system.</a:t>
            </a:r>
          </a:p>
          <a:p>
            <a:endParaRPr lang="en-IN" sz="1400" dirty="0"/>
          </a:p>
        </p:txBody>
      </p:sp>
    </p:spTree>
    <p:extLst>
      <p:ext uri="{BB962C8B-B14F-4D97-AF65-F5344CB8AC3E}">
        <p14:creationId xmlns:p14="http://schemas.microsoft.com/office/powerpoint/2010/main" val="3436621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43A928-D2D0-4505-CBA3-8D69220F6966}"/>
              </a:ext>
            </a:extLst>
          </p:cNvPr>
          <p:cNvSpPr>
            <a:spLocks noGrp="1"/>
          </p:cNvSpPr>
          <p:nvPr>
            <p:ph idx="1"/>
          </p:nvPr>
        </p:nvSpPr>
        <p:spPr>
          <a:xfrm>
            <a:off x="452757" y="194552"/>
            <a:ext cx="10969200" cy="6021421"/>
          </a:xfrm>
        </p:spPr>
        <p:txBody>
          <a:bodyPr>
            <a:normAutofit fontScale="92500" lnSpcReduction="20000"/>
          </a:bodyPr>
          <a:lstStyle/>
          <a:p>
            <a:pPr marL="0" indent="0">
              <a:buNone/>
            </a:pPr>
            <a:endParaRPr lang="en-IN" b="1" dirty="0"/>
          </a:p>
          <a:p>
            <a:pPr marL="0" indent="0">
              <a:buNone/>
            </a:pPr>
            <a:r>
              <a:rPr lang="en-IN" b="1" dirty="0"/>
              <a:t>4. </a:t>
            </a:r>
            <a:r>
              <a:rPr lang="en-IN" sz="1700" b="1" dirty="0" err="1">
                <a:latin typeface="Times New Roman" panose="02020603050405020304" pitchFamily="18" charset="0"/>
                <a:cs typeface="Times New Roman" panose="02020603050405020304" pitchFamily="18" charset="0"/>
              </a:rPr>
              <a:t>CodeAgent</a:t>
            </a:r>
            <a:r>
              <a:rPr lang="en-IN" sz="1700" b="1" dirty="0">
                <a:latin typeface="Times New Roman" panose="02020603050405020304" pitchFamily="18" charset="0"/>
                <a:cs typeface="Times New Roman" panose="02020603050405020304" pitchFamily="18" charset="0"/>
              </a:rPr>
              <a:t> — Tang et al. (2024)</a:t>
            </a:r>
            <a:endParaRPr lang="en-IN" sz="1700"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Multi-agent LLM framework for automated code review.</a:t>
            </a:r>
          </a:p>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Identifies vulnerabilities, inconsistencies, and coding-style violations.</a:t>
            </a:r>
          </a:p>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Supports automated </a:t>
            </a:r>
            <a:r>
              <a:rPr lang="en-IN" sz="1700" b="1" dirty="0">
                <a:latin typeface="Times New Roman" panose="02020603050405020304" pitchFamily="18" charset="0"/>
                <a:cs typeface="Times New Roman" panose="02020603050405020304" pitchFamily="18" charset="0"/>
              </a:rPr>
              <a:t>quality and security analysis</a:t>
            </a:r>
            <a:r>
              <a:rPr lang="en-IN" sz="1700" dirty="0">
                <a:latin typeface="Times New Roman" panose="02020603050405020304" pitchFamily="18" charset="0"/>
                <a:cs typeface="Times New Roman" panose="02020603050405020304" pitchFamily="18" charset="0"/>
              </a:rPr>
              <a:t> through specialized agents.</a:t>
            </a:r>
          </a:p>
          <a:p>
            <a:pPr marL="0" indent="0">
              <a:buNone/>
            </a:pPr>
            <a:r>
              <a:rPr lang="en-IN" sz="1700" b="1" dirty="0">
                <a:latin typeface="Times New Roman" panose="02020603050405020304" pitchFamily="18" charset="0"/>
                <a:cs typeface="Times New Roman" panose="02020603050405020304" pitchFamily="18" charset="0"/>
              </a:rPr>
              <a:t>5. </a:t>
            </a:r>
            <a:r>
              <a:rPr lang="en-IN" sz="1700" b="1" dirty="0" err="1">
                <a:latin typeface="Times New Roman" panose="02020603050405020304" pitchFamily="18" charset="0"/>
                <a:cs typeface="Times New Roman" panose="02020603050405020304" pitchFamily="18" charset="0"/>
              </a:rPr>
              <a:t>ChatUniTest</a:t>
            </a:r>
            <a:r>
              <a:rPr lang="en-IN" sz="1700" b="1" dirty="0">
                <a:latin typeface="Times New Roman" panose="02020603050405020304" pitchFamily="18" charset="0"/>
                <a:cs typeface="Times New Roman" panose="02020603050405020304" pitchFamily="18" charset="0"/>
              </a:rPr>
              <a:t> — Chen et al. (2024)</a:t>
            </a:r>
            <a:endParaRPr lang="en-IN" sz="1700"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LLM-based framework for automated unit-test generation.</a:t>
            </a:r>
          </a:p>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Uses code context with generation, validation, and repair mechanisms.</a:t>
            </a:r>
          </a:p>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Supports the </a:t>
            </a:r>
            <a:r>
              <a:rPr lang="en-IN" sz="1700" b="1" dirty="0">
                <a:latin typeface="Times New Roman" panose="02020603050405020304" pitchFamily="18" charset="0"/>
                <a:cs typeface="Times New Roman" panose="02020603050405020304" pitchFamily="18" charset="0"/>
              </a:rPr>
              <a:t>Test Generation Agent</a:t>
            </a:r>
            <a:r>
              <a:rPr lang="en-IN" sz="1700" dirty="0">
                <a:latin typeface="Times New Roman" panose="02020603050405020304" pitchFamily="18" charset="0"/>
                <a:cs typeface="Times New Roman" panose="02020603050405020304" pitchFamily="18" charset="0"/>
              </a:rPr>
              <a:t> of the proposed system.</a:t>
            </a:r>
          </a:p>
          <a:p>
            <a:pPr lvl="0">
              <a:buFont typeface="Arial" panose="020B0604020202020204" pitchFamily="34" charset="0"/>
              <a:buChar char="•"/>
            </a:pPr>
            <a:endParaRPr lang="en-IN" sz="1700" dirty="0">
              <a:latin typeface="Times New Roman" panose="02020603050405020304" pitchFamily="18" charset="0"/>
              <a:cs typeface="Times New Roman" panose="02020603050405020304" pitchFamily="18" charset="0"/>
            </a:endParaRPr>
          </a:p>
          <a:p>
            <a:pPr marL="0" indent="0">
              <a:buNone/>
            </a:pPr>
            <a:r>
              <a:rPr lang="en-IN" sz="1700" b="1" dirty="0">
                <a:latin typeface="Times New Roman" panose="02020603050405020304" pitchFamily="18" charset="0"/>
                <a:cs typeface="Times New Roman" panose="02020603050405020304" pitchFamily="18" charset="0"/>
              </a:rPr>
              <a:t> RESEARCH GAP :</a:t>
            </a:r>
          </a:p>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Existing studies mainly focus on </a:t>
            </a:r>
            <a:r>
              <a:rPr lang="en-IN" sz="1700" b="1" dirty="0">
                <a:latin typeface="Times New Roman" panose="02020603050405020304" pitchFamily="18" charset="0"/>
                <a:cs typeface="Times New Roman" panose="02020603050405020304" pitchFamily="18" charset="0"/>
              </a:rPr>
              <a:t>individual code-review, refactoring, multi-agent, or test-generation tasks</a:t>
            </a:r>
            <a:r>
              <a:rPr lang="en-IN" sz="1700" dirty="0">
                <a:latin typeface="Times New Roman" panose="02020603050405020304" pitchFamily="18" charset="0"/>
                <a:cs typeface="Times New Roman" panose="02020603050405020304" pitchFamily="18" charset="0"/>
              </a:rPr>
              <a:t>.</a:t>
            </a:r>
          </a:p>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The proposed system integrates these capabilities into a </a:t>
            </a:r>
            <a:r>
              <a:rPr lang="en-IN" sz="1700" b="1" dirty="0">
                <a:latin typeface="Times New Roman" panose="02020603050405020304" pitchFamily="18" charset="0"/>
                <a:cs typeface="Times New Roman" panose="02020603050405020304" pitchFamily="18" charset="0"/>
              </a:rPr>
              <a:t>single coordinated workflow :</a:t>
            </a:r>
            <a:br>
              <a:rPr lang="en-IN" sz="1700" dirty="0">
                <a:latin typeface="Times New Roman" panose="02020603050405020304" pitchFamily="18" charset="0"/>
                <a:cs typeface="Times New Roman" panose="02020603050405020304" pitchFamily="18" charset="0"/>
              </a:rPr>
            </a:br>
            <a:r>
              <a:rPr lang="en-IN" sz="1700" b="1" dirty="0">
                <a:latin typeface="Times New Roman" panose="02020603050405020304" pitchFamily="18" charset="0"/>
                <a:cs typeface="Times New Roman" panose="02020603050405020304" pitchFamily="18" charset="0"/>
              </a:rPr>
              <a:t>Code Review → Refactoring → Test Generation → Human Approval</a:t>
            </a:r>
            <a:endParaRPr lang="en-IN" sz="17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331942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652F6-D32D-1B05-122B-61A2474CDCDA}"/>
              </a:ext>
            </a:extLst>
          </p:cNvPr>
          <p:cNvSpPr>
            <a:spLocks noGrp="1"/>
          </p:cNvSpPr>
          <p:nvPr>
            <p:ph type="title"/>
          </p:nvPr>
        </p:nvSpPr>
        <p:spPr>
          <a:xfrm>
            <a:off x="608400" y="462485"/>
            <a:ext cx="10969200" cy="705600"/>
          </a:xfrm>
        </p:spPr>
        <p:txBody>
          <a:bodyPr>
            <a:normAutofit/>
          </a:bodyPr>
          <a:lstStyle/>
          <a:p>
            <a:r>
              <a:rPr lang="en-IN" sz="3200" dirty="0"/>
              <a:t>EXISTING SYSTEM</a:t>
            </a:r>
          </a:p>
        </p:txBody>
      </p:sp>
      <p:sp>
        <p:nvSpPr>
          <p:cNvPr id="3" name="Content Placeholder 2">
            <a:extLst>
              <a:ext uri="{FF2B5EF4-FFF2-40B4-BE49-F238E27FC236}">
                <a16:creationId xmlns:a16="http://schemas.microsoft.com/office/drawing/2014/main" id="{659965FC-24C9-451C-CE26-AD301846098D}"/>
              </a:ext>
            </a:extLst>
          </p:cNvPr>
          <p:cNvSpPr>
            <a:spLocks noGrp="1"/>
          </p:cNvSpPr>
          <p:nvPr>
            <p:ph idx="1"/>
          </p:nvPr>
        </p:nvSpPr>
        <p:spPr>
          <a:xfrm>
            <a:off x="434145" y="1170613"/>
            <a:ext cx="11317710" cy="4516774"/>
          </a:xfrm>
        </p:spPr>
        <p:txBody>
          <a:bodyPr>
            <a:normAutofit fontScale="92500" lnSpcReduction="10000"/>
          </a:bodyPr>
          <a:lstStyle/>
          <a:p>
            <a:pPr>
              <a:buFont typeface="Arial" panose="020B0604020202020204" pitchFamily="34" charset="0"/>
              <a:buChar char="•"/>
            </a:pPr>
            <a:endParaRPr lang="en-IN" b="1" dirty="0"/>
          </a:p>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Existing code-review systems use </a:t>
            </a:r>
            <a:r>
              <a:rPr lang="en-IN" sz="1700" b="1" dirty="0">
                <a:latin typeface="Times New Roman" panose="02020603050405020304" pitchFamily="18" charset="0"/>
                <a:cs typeface="Times New Roman" panose="02020603050405020304" pitchFamily="18" charset="0"/>
              </a:rPr>
              <a:t>static analysis and rule-based techniques</a:t>
            </a:r>
            <a:r>
              <a:rPr lang="en-IN" sz="1700" dirty="0">
                <a:latin typeface="Times New Roman" panose="02020603050405020304" pitchFamily="18" charset="0"/>
                <a:cs typeface="Times New Roman" panose="02020603050405020304" pitchFamily="18" charset="0"/>
              </a:rPr>
              <a:t> to detect bugs, code-quality issues, and security vulnerabilities.</a:t>
            </a:r>
          </a:p>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LLM-based approaches have been developed to </a:t>
            </a:r>
            <a:r>
              <a:rPr lang="en-IN" sz="1700" b="1" dirty="0">
                <a:latin typeface="Times New Roman" panose="02020603050405020304" pitchFamily="18" charset="0"/>
                <a:cs typeface="Times New Roman" panose="02020603050405020304" pitchFamily="18" charset="0"/>
              </a:rPr>
              <a:t>automate code review and suggest code improvements</a:t>
            </a:r>
            <a:r>
              <a:rPr lang="en-IN" sz="1700" dirty="0">
                <a:latin typeface="Times New Roman" panose="02020603050405020304" pitchFamily="18" charset="0"/>
                <a:cs typeface="Times New Roman" panose="02020603050405020304" pitchFamily="18" charset="0"/>
              </a:rPr>
              <a:t>.</a:t>
            </a:r>
          </a:p>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Multi-agent systems such as </a:t>
            </a:r>
            <a:r>
              <a:rPr lang="en-IN" sz="1700" dirty="0" err="1">
                <a:latin typeface="Times New Roman" panose="02020603050405020304" pitchFamily="18" charset="0"/>
                <a:cs typeface="Times New Roman" panose="02020603050405020304" pitchFamily="18" charset="0"/>
              </a:rPr>
              <a:t>CodeAgent</a:t>
            </a:r>
            <a:r>
              <a:rPr lang="en-IN" sz="1700" dirty="0">
                <a:latin typeface="Times New Roman" panose="02020603050405020304" pitchFamily="18" charset="0"/>
                <a:cs typeface="Times New Roman" panose="02020603050405020304" pitchFamily="18" charset="0"/>
              </a:rPr>
              <a:t> use </a:t>
            </a:r>
            <a:r>
              <a:rPr lang="en-IN" sz="1700" b="1" dirty="0">
                <a:latin typeface="Times New Roman" panose="02020603050405020304" pitchFamily="18" charset="0"/>
                <a:cs typeface="Times New Roman" panose="02020603050405020304" pitchFamily="18" charset="0"/>
              </a:rPr>
              <a:t>specialized agents and supervisory mechanisms</a:t>
            </a:r>
            <a:r>
              <a:rPr lang="en-IN" sz="1700" dirty="0">
                <a:latin typeface="Times New Roman" panose="02020603050405020304" pitchFamily="18" charset="0"/>
                <a:cs typeface="Times New Roman" panose="02020603050405020304" pitchFamily="18" charset="0"/>
              </a:rPr>
              <a:t> for automated code-review tasks.</a:t>
            </a:r>
          </a:p>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Automated program-improvement approaches use LLMs along with </a:t>
            </a:r>
            <a:r>
              <a:rPr lang="en-IN" sz="1700" b="1" dirty="0">
                <a:latin typeface="Times New Roman" panose="02020603050405020304" pitchFamily="18" charset="0"/>
                <a:cs typeface="Times New Roman" panose="02020603050405020304" pitchFamily="18" charset="0"/>
              </a:rPr>
              <a:t>code search and program-structure information</a:t>
            </a:r>
            <a:r>
              <a:rPr lang="en-IN" sz="1700" dirty="0">
                <a:latin typeface="Times New Roman" panose="02020603050405020304" pitchFamily="18" charset="0"/>
                <a:cs typeface="Times New Roman" panose="02020603050405020304" pitchFamily="18" charset="0"/>
              </a:rPr>
              <a:t> to modify existing code.</a:t>
            </a:r>
          </a:p>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LLM-based frameworks such as </a:t>
            </a:r>
            <a:r>
              <a:rPr lang="en-IN" sz="1700" dirty="0" err="1">
                <a:latin typeface="Times New Roman" panose="02020603050405020304" pitchFamily="18" charset="0"/>
                <a:cs typeface="Times New Roman" panose="02020603050405020304" pitchFamily="18" charset="0"/>
              </a:rPr>
              <a:t>ChatUniTest</a:t>
            </a:r>
            <a:r>
              <a:rPr lang="en-IN" sz="1700" dirty="0">
                <a:latin typeface="Times New Roman" panose="02020603050405020304" pitchFamily="18" charset="0"/>
                <a:cs typeface="Times New Roman" panose="02020603050405020304" pitchFamily="18" charset="0"/>
              </a:rPr>
              <a:t> support </a:t>
            </a:r>
            <a:r>
              <a:rPr lang="en-IN" sz="1700" b="1" dirty="0">
                <a:latin typeface="Times New Roman" panose="02020603050405020304" pitchFamily="18" charset="0"/>
                <a:cs typeface="Times New Roman" panose="02020603050405020304" pitchFamily="18" charset="0"/>
              </a:rPr>
              <a:t>automated unit-test generation</a:t>
            </a:r>
            <a:r>
              <a:rPr lang="en-IN" sz="1700" dirty="0">
                <a:latin typeface="Times New Roman" panose="02020603050405020304" pitchFamily="18" charset="0"/>
                <a:cs typeface="Times New Roman" panose="02020603050405020304" pitchFamily="18" charset="0"/>
              </a:rPr>
              <a:t>, including validation and repair of generated tests.</a:t>
            </a:r>
          </a:p>
          <a:p>
            <a:pPr lvl="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However, these approaches generally address </a:t>
            </a:r>
            <a:r>
              <a:rPr lang="en-IN" sz="1700" b="1" dirty="0">
                <a:latin typeface="Times New Roman" panose="02020603050405020304" pitchFamily="18" charset="0"/>
                <a:cs typeface="Times New Roman" panose="02020603050405020304" pitchFamily="18" charset="0"/>
              </a:rPr>
              <a:t>specific stages of software maintenance separately</a:t>
            </a:r>
            <a:r>
              <a:rPr lang="en-IN" sz="1700" dirty="0">
                <a:latin typeface="Times New Roman" panose="02020603050405020304" pitchFamily="18" charset="0"/>
                <a:cs typeface="Times New Roman" panose="02020603050405020304" pitchFamily="18" charset="0"/>
              </a:rPr>
              <a:t>, rather than providing one coordinated workflow for review, refactoring, and test generation.</a:t>
            </a:r>
          </a:p>
          <a:p>
            <a:endParaRPr lang="en-IN" dirty="0"/>
          </a:p>
        </p:txBody>
      </p:sp>
    </p:spTree>
    <p:extLst>
      <p:ext uri="{BB962C8B-B14F-4D97-AF65-F5344CB8AC3E}">
        <p14:creationId xmlns:p14="http://schemas.microsoft.com/office/powerpoint/2010/main" val="2469003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A67F-C29C-2693-EE75-839635232987}"/>
              </a:ext>
            </a:extLst>
          </p:cNvPr>
          <p:cNvSpPr>
            <a:spLocks noGrp="1"/>
          </p:cNvSpPr>
          <p:nvPr>
            <p:ph type="title"/>
          </p:nvPr>
        </p:nvSpPr>
        <p:spPr>
          <a:xfrm>
            <a:off x="611400" y="413846"/>
            <a:ext cx="10969200" cy="705600"/>
          </a:xfrm>
        </p:spPr>
        <p:txBody>
          <a:bodyPr>
            <a:normAutofit/>
          </a:bodyPr>
          <a:lstStyle/>
          <a:p>
            <a:r>
              <a:rPr lang="en-IN" sz="3200" dirty="0"/>
              <a:t>DISADVANTAGES OF EXISTING SYSTEM</a:t>
            </a:r>
          </a:p>
        </p:txBody>
      </p:sp>
      <p:sp>
        <p:nvSpPr>
          <p:cNvPr id="3" name="Content Placeholder 2">
            <a:extLst>
              <a:ext uri="{FF2B5EF4-FFF2-40B4-BE49-F238E27FC236}">
                <a16:creationId xmlns:a16="http://schemas.microsoft.com/office/drawing/2014/main" id="{768B42CB-1326-E575-0150-D7A97B8A4EF2}"/>
              </a:ext>
            </a:extLst>
          </p:cNvPr>
          <p:cNvSpPr>
            <a:spLocks noGrp="1"/>
          </p:cNvSpPr>
          <p:nvPr>
            <p:ph idx="1"/>
          </p:nvPr>
        </p:nvSpPr>
        <p:spPr>
          <a:xfrm>
            <a:off x="608399" y="1490400"/>
            <a:ext cx="11123157" cy="4759200"/>
          </a:xfrm>
        </p:spPr>
        <p:txBody>
          <a:bodyPr>
            <a:normAutofit lnSpcReduction="10000"/>
          </a:bodyPr>
          <a:lstStyle/>
          <a:p>
            <a:pPr lvl="0">
              <a:buFont typeface="Wingdings" panose="05000000000000000000" pitchFamily="2" charset="2"/>
              <a:buChar char="Ø"/>
            </a:pPr>
            <a:r>
              <a:rPr lang="en-IN" dirty="0"/>
              <a:t>Existing solutions often focus on </a:t>
            </a:r>
            <a:r>
              <a:rPr lang="en-IN" b="1" dirty="0"/>
              <a:t>specific software-development tasks</a:t>
            </a:r>
            <a:r>
              <a:rPr lang="en-IN" dirty="0"/>
              <a:t> rather than the complete code-improvement workflow.</a:t>
            </a:r>
          </a:p>
          <a:p>
            <a:pPr lvl="0">
              <a:buFont typeface="Wingdings" panose="05000000000000000000" pitchFamily="2" charset="2"/>
              <a:buChar char="Ø"/>
            </a:pPr>
            <a:r>
              <a:rPr lang="en-IN" dirty="0"/>
              <a:t>Code review, refactoring, and test generation may require </a:t>
            </a:r>
            <a:r>
              <a:rPr lang="en-IN" b="1" dirty="0"/>
              <a:t>separate tools or processes</a:t>
            </a:r>
            <a:r>
              <a:rPr lang="en-IN" dirty="0"/>
              <a:t>.</a:t>
            </a:r>
          </a:p>
          <a:p>
            <a:pPr lvl="0">
              <a:buFont typeface="Wingdings" panose="05000000000000000000" pitchFamily="2" charset="2"/>
              <a:buChar char="Ø"/>
            </a:pPr>
            <a:r>
              <a:rPr lang="en-IN" dirty="0"/>
              <a:t>Static-analysis tools may rely heavily on </a:t>
            </a:r>
            <a:r>
              <a:rPr lang="en-IN" b="1" dirty="0"/>
              <a:t>predefined rules and patterns</a:t>
            </a:r>
            <a:r>
              <a:rPr lang="en-IN" dirty="0"/>
              <a:t>, limiting their ability to understand complex code context.</a:t>
            </a:r>
          </a:p>
          <a:p>
            <a:pPr lvl="0">
              <a:buFont typeface="Wingdings" panose="05000000000000000000" pitchFamily="2" charset="2"/>
              <a:buChar char="Ø"/>
            </a:pPr>
            <a:r>
              <a:rPr lang="en-IN" dirty="0"/>
              <a:t>LLM-based systems may generate </a:t>
            </a:r>
            <a:r>
              <a:rPr lang="en-IN" b="1" dirty="0"/>
              <a:t>incorrect or unsuitable suggestions</a:t>
            </a:r>
            <a:r>
              <a:rPr lang="en-IN" dirty="0"/>
              <a:t> that require developer verification.</a:t>
            </a:r>
          </a:p>
          <a:p>
            <a:pPr lvl="0">
              <a:buFont typeface="Wingdings" panose="05000000000000000000" pitchFamily="2" charset="2"/>
              <a:buChar char="Ø"/>
            </a:pPr>
            <a:r>
              <a:rPr lang="en-IN" dirty="0"/>
              <a:t>Automatically generated tests may require </a:t>
            </a:r>
            <a:r>
              <a:rPr lang="en-IN" b="1" dirty="0"/>
              <a:t>validation and correction</a:t>
            </a:r>
            <a:r>
              <a:rPr lang="en-IN" dirty="0"/>
              <a:t> to ensure their correctness and usefulness.</a:t>
            </a:r>
          </a:p>
          <a:p>
            <a:pPr lvl="0">
              <a:buFont typeface="Wingdings" panose="05000000000000000000" pitchFamily="2" charset="2"/>
              <a:buChar char="Ø"/>
            </a:pPr>
            <a:r>
              <a:rPr lang="en-IN" dirty="0"/>
              <a:t>Lack of a unified workflow can increase </a:t>
            </a:r>
            <a:r>
              <a:rPr lang="en-IN" b="1" dirty="0"/>
              <a:t>developer effort and manual intervention</a:t>
            </a:r>
            <a:r>
              <a:rPr lang="en-IN" dirty="0"/>
              <a:t> during code improvement.</a:t>
            </a:r>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2091571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249E4-AC79-1730-F100-E82B6E281013}"/>
              </a:ext>
            </a:extLst>
          </p:cNvPr>
          <p:cNvSpPr>
            <a:spLocks noGrp="1"/>
          </p:cNvSpPr>
          <p:nvPr>
            <p:ph type="title"/>
          </p:nvPr>
        </p:nvSpPr>
        <p:spPr>
          <a:xfrm>
            <a:off x="708677" y="394392"/>
            <a:ext cx="10969200" cy="705600"/>
          </a:xfrm>
        </p:spPr>
        <p:txBody>
          <a:bodyPr>
            <a:normAutofit/>
          </a:bodyPr>
          <a:lstStyle/>
          <a:p>
            <a:r>
              <a:rPr lang="en-IN" sz="3200" dirty="0">
                <a:latin typeface="Times New Roman" panose="02020603050405020304" pitchFamily="18" charset="0"/>
                <a:cs typeface="Times New Roman" panose="02020603050405020304" pitchFamily="18" charset="0"/>
              </a:rPr>
              <a:t>PROPOSED SYSTEM ARCHITECTURE DIAGRAM</a:t>
            </a:r>
          </a:p>
        </p:txBody>
      </p:sp>
      <p:pic>
        <p:nvPicPr>
          <p:cNvPr id="13" name="Content Placeholder 12">
            <a:extLst>
              <a:ext uri="{FF2B5EF4-FFF2-40B4-BE49-F238E27FC236}">
                <a16:creationId xmlns:a16="http://schemas.microsoft.com/office/drawing/2014/main" id="{1F973AA5-09B9-2D8F-0BFB-7884F2FFC078}"/>
              </a:ext>
            </a:extLst>
          </p:cNvPr>
          <p:cNvPicPr>
            <a:picLocks noGrp="1" noChangeAspect="1"/>
          </p:cNvPicPr>
          <p:nvPr>
            <p:ph idx="1"/>
          </p:nvPr>
        </p:nvPicPr>
        <p:blipFill>
          <a:blip r:embed="rId2"/>
          <a:stretch>
            <a:fillRect/>
          </a:stretch>
        </p:blipFill>
        <p:spPr>
          <a:xfrm>
            <a:off x="914400" y="1342417"/>
            <a:ext cx="10009762" cy="4941651"/>
          </a:xfrm>
          <a:prstGeom prst="rect">
            <a:avLst/>
          </a:prstGeom>
        </p:spPr>
      </p:pic>
    </p:spTree>
    <p:extLst>
      <p:ext uri="{BB962C8B-B14F-4D97-AF65-F5344CB8AC3E}">
        <p14:creationId xmlns:p14="http://schemas.microsoft.com/office/powerpoint/2010/main" val="1645928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74364-58EF-67BA-5CC4-16295B5EDC41}"/>
              </a:ext>
            </a:extLst>
          </p:cNvPr>
          <p:cNvSpPr>
            <a:spLocks noGrp="1"/>
          </p:cNvSpPr>
          <p:nvPr>
            <p:ph type="title"/>
          </p:nvPr>
        </p:nvSpPr>
        <p:spPr>
          <a:xfrm>
            <a:off x="1199744" y="481173"/>
            <a:ext cx="9944731" cy="705600"/>
          </a:xfrm>
        </p:spPr>
        <p:txBody>
          <a:bodyPr>
            <a:normAutofit/>
          </a:bodyPr>
          <a:lstStyle/>
          <a:p>
            <a:r>
              <a:rPr lang="en-IN" sz="3200" dirty="0">
                <a:latin typeface="Times New Roman" panose="02020603050405020304" pitchFamily="18" charset="0"/>
                <a:cs typeface="Times New Roman" panose="02020603050405020304" pitchFamily="18" charset="0"/>
              </a:rPr>
              <a:t>PROPOSED SYSTEM DATA FLOW DIAGRAM</a:t>
            </a:r>
            <a:endParaRPr lang="en-IN" sz="3200" dirty="0"/>
          </a:p>
        </p:txBody>
      </p:sp>
      <p:pic>
        <p:nvPicPr>
          <p:cNvPr id="9" name="Content Placeholder 8">
            <a:extLst>
              <a:ext uri="{FF2B5EF4-FFF2-40B4-BE49-F238E27FC236}">
                <a16:creationId xmlns:a16="http://schemas.microsoft.com/office/drawing/2014/main" id="{7338F6AD-3857-BF0C-B831-9C6DEE595A06}"/>
              </a:ext>
            </a:extLst>
          </p:cNvPr>
          <p:cNvPicPr>
            <a:picLocks noGrp="1" noChangeAspect="1"/>
          </p:cNvPicPr>
          <p:nvPr>
            <p:ph idx="1"/>
          </p:nvPr>
        </p:nvPicPr>
        <p:blipFill>
          <a:blip r:embed="rId2"/>
          <a:stretch>
            <a:fillRect/>
          </a:stretch>
        </p:blipFill>
        <p:spPr>
          <a:xfrm>
            <a:off x="953312" y="1478604"/>
            <a:ext cx="10029216" cy="5243210"/>
          </a:xfrm>
          <a:prstGeom prst="rect">
            <a:avLst/>
          </a:prstGeom>
        </p:spPr>
      </p:pic>
    </p:spTree>
    <p:extLst>
      <p:ext uri="{BB962C8B-B14F-4D97-AF65-F5344CB8AC3E}">
        <p14:creationId xmlns:p14="http://schemas.microsoft.com/office/powerpoint/2010/main" val="3424954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0D4D8-18AB-14D2-B63E-A17D8E6C504F}"/>
              </a:ext>
            </a:extLst>
          </p:cNvPr>
          <p:cNvSpPr>
            <a:spLocks noGrp="1"/>
          </p:cNvSpPr>
          <p:nvPr>
            <p:ph type="title"/>
          </p:nvPr>
        </p:nvSpPr>
        <p:spPr>
          <a:xfrm>
            <a:off x="3876894" y="255600"/>
            <a:ext cx="3895506" cy="705600"/>
          </a:xfrm>
        </p:spPr>
        <p:txBody>
          <a:bodyPr>
            <a:normAutofit/>
          </a:bodyPr>
          <a:lstStyle/>
          <a:p>
            <a:r>
              <a:rPr lang="en-IN" sz="3200"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D91C382B-AD58-C701-B008-CC2D0B1A4133}"/>
              </a:ext>
            </a:extLst>
          </p:cNvPr>
          <p:cNvSpPr>
            <a:spLocks noGrp="1"/>
          </p:cNvSpPr>
          <p:nvPr>
            <p:ph idx="1"/>
          </p:nvPr>
        </p:nvSpPr>
        <p:spPr>
          <a:xfrm>
            <a:off x="608399" y="1334758"/>
            <a:ext cx="11200979" cy="4759200"/>
          </a:xfrm>
        </p:spPr>
        <p:txBody>
          <a:bodyPr>
            <a:noAutofit/>
          </a:bodyPr>
          <a:lstStyle/>
          <a:p>
            <a:pPr marL="0" indent="0">
              <a:buNone/>
            </a:pPr>
            <a:r>
              <a:rPr lang="en-IN" sz="1600" b="1" dirty="0"/>
              <a:t>1</a:t>
            </a:r>
            <a:r>
              <a:rPr lang="en-IN" sz="1600" b="1" dirty="0">
                <a:latin typeface="Times New Roman" panose="02020603050405020304" pitchFamily="18" charset="0"/>
                <a:cs typeface="Times New Roman" panose="02020603050405020304" pitchFamily="18" charset="0"/>
              </a:rPr>
              <a:t>. Code Input &amp; Analysis Module</a:t>
            </a:r>
            <a:endParaRPr lang="en-IN" sz="1600"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Accepts source code from the selected repository.</a:t>
            </a:r>
          </a:p>
          <a:p>
            <a:pPr lvl="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Parses and </a:t>
            </a:r>
            <a:r>
              <a:rPr lang="en-IN" sz="1600" dirty="0" err="1">
                <a:latin typeface="Times New Roman" panose="02020603050405020304" pitchFamily="18" charset="0"/>
                <a:cs typeface="Times New Roman" panose="02020603050405020304" pitchFamily="18" charset="0"/>
              </a:rPr>
              <a:t>analyzes</a:t>
            </a:r>
            <a:r>
              <a:rPr lang="en-IN" sz="1600" dirty="0">
                <a:latin typeface="Times New Roman" panose="02020603050405020304" pitchFamily="18" charset="0"/>
                <a:cs typeface="Times New Roman" panose="02020603050405020304" pitchFamily="18" charset="0"/>
              </a:rPr>
              <a:t> the code for structure and dependencies.</a:t>
            </a:r>
          </a:p>
          <a:p>
            <a:pPr lvl="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Performs initial static analysis.</a:t>
            </a:r>
          </a:p>
          <a:p>
            <a:pPr marL="0" indent="0">
              <a:buNone/>
            </a:pPr>
            <a:r>
              <a:rPr lang="en-IN" sz="1600" b="1" dirty="0">
                <a:latin typeface="Times New Roman" panose="02020603050405020304" pitchFamily="18" charset="0"/>
                <a:cs typeface="Times New Roman" panose="02020603050405020304" pitchFamily="18" charset="0"/>
              </a:rPr>
              <a:t>2. Code Review Module</a:t>
            </a:r>
            <a:endParaRPr lang="en-IN" sz="1600"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Identifies bugs, code smells, quality issues, and security vulnerabilities.</a:t>
            </a:r>
          </a:p>
          <a:p>
            <a:pPr lvl="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Generates detailed review findings and improvement suggestions.</a:t>
            </a:r>
          </a:p>
          <a:p>
            <a:pPr marL="0" indent="0">
              <a:buNone/>
            </a:pPr>
            <a:r>
              <a:rPr lang="en-IN" sz="1600" b="1" dirty="0">
                <a:latin typeface="Times New Roman" panose="02020603050405020304" pitchFamily="18" charset="0"/>
                <a:cs typeface="Times New Roman" panose="02020603050405020304" pitchFamily="18" charset="0"/>
              </a:rPr>
              <a:t>3. Refactoring Module</a:t>
            </a:r>
            <a:endParaRPr lang="en-IN" sz="1600"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Uses review findings to identify areas requiring improvement.</a:t>
            </a:r>
          </a:p>
          <a:p>
            <a:pPr lvl="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Generates suitable refactoring suggestions for the existing code.</a:t>
            </a:r>
          </a:p>
          <a:p>
            <a:endParaRPr lang="en-IN" sz="1600" dirty="0"/>
          </a:p>
        </p:txBody>
      </p:sp>
    </p:spTree>
    <p:extLst>
      <p:ext uri="{BB962C8B-B14F-4D97-AF65-F5344CB8AC3E}">
        <p14:creationId xmlns:p14="http://schemas.microsoft.com/office/powerpoint/2010/main" val="3640666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848C45-125A-AB81-3A62-4FCB1A69F5F1}"/>
              </a:ext>
            </a:extLst>
          </p:cNvPr>
          <p:cNvSpPr>
            <a:spLocks noGrp="1"/>
          </p:cNvSpPr>
          <p:nvPr>
            <p:ph idx="1"/>
          </p:nvPr>
        </p:nvSpPr>
        <p:spPr>
          <a:xfrm>
            <a:off x="680336" y="787940"/>
            <a:ext cx="11084247" cy="4819633"/>
          </a:xfrm>
        </p:spPr>
        <p:txBody>
          <a:bodyPr>
            <a:normAutofit lnSpcReduction="10000"/>
          </a:bodyPr>
          <a:lstStyle/>
          <a:p>
            <a:pPr marL="0" indent="0">
              <a:buNone/>
            </a:pPr>
            <a:r>
              <a:rPr lang="en-IN" sz="1600" b="1" dirty="0">
                <a:latin typeface="Times New Roman" panose="02020603050405020304" pitchFamily="18" charset="0"/>
                <a:cs typeface="Times New Roman" panose="02020603050405020304" pitchFamily="18" charset="0"/>
              </a:rPr>
              <a:t>4. Test Generation Module</a:t>
            </a:r>
            <a:endParaRPr lang="en-IN" sz="1600"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Generates unit test cases for the reviewed/refactored code.</a:t>
            </a:r>
          </a:p>
          <a:p>
            <a:pPr lvl="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Validates the generated tests and identifies potential issues.</a:t>
            </a:r>
          </a:p>
          <a:p>
            <a:pPr marL="0" indent="0">
              <a:buNone/>
            </a:pPr>
            <a:r>
              <a:rPr lang="en-IN" sz="1600" b="1" dirty="0">
                <a:latin typeface="Times New Roman" panose="02020603050405020304" pitchFamily="18" charset="0"/>
                <a:cs typeface="Times New Roman" panose="02020603050405020304" pitchFamily="18" charset="0"/>
              </a:rPr>
              <a:t>5. Validation &amp; Human Approval Module</a:t>
            </a:r>
            <a:endParaRPr lang="en-IN" sz="1600"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Presents the proposed changes and generated tests for human verification.</a:t>
            </a:r>
          </a:p>
          <a:p>
            <a:pPr lvl="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Applies approved changes and sends rejected changes back for revision.</a:t>
            </a:r>
          </a:p>
          <a:p>
            <a:pPr lvl="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Produces the final improved code and unit-test suite.</a:t>
            </a:r>
          </a:p>
          <a:p>
            <a:pPr lvl="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0" lvl="0" indent="0">
              <a:buNone/>
            </a:pPr>
            <a:r>
              <a:rPr lang="en-IN" b="1" dirty="0"/>
              <a:t>Input &amp; Analysis → Code Reviewer Agent → Refactoring Agent → Test Generation Agent → Human Approval &amp; Final Output</a:t>
            </a:r>
            <a:endParaRPr lang="en-IN" b="1"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3389769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579</TotalTime>
  <Words>960</Words>
  <Application>Microsoft Office PowerPoint</Application>
  <PresentationFormat>Widescreen</PresentationFormat>
  <Paragraphs>88</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Arial MT</vt:lpstr>
      <vt:lpstr>Times New Roman</vt:lpstr>
      <vt:lpstr>Wingdings</vt:lpstr>
      <vt:lpstr>WPS</vt:lpstr>
      <vt:lpstr>KOMMURI PRATAP REDDY INSTITUTE OF TECHNOLOGY  ( UGC-Autonomous Institution ) Ghanpur(V), Ghatkesar(M), Medchal(D), Hyderabad-500088  </vt:lpstr>
      <vt:lpstr>PROBLEM STATEMENT </vt:lpstr>
      <vt:lpstr>                            ABSTRACT</vt:lpstr>
      <vt:lpstr>LITERATURE SURVEY</vt:lpstr>
      <vt:lpstr>PowerPoint Presentation</vt:lpstr>
      <vt:lpstr>EXISTING SYSTEM</vt:lpstr>
      <vt:lpstr>DISADVANTAGES OF EXISTING SYSTEM</vt:lpstr>
      <vt:lpstr>PROPOSED SYSTEM ARCHITECTURE DIAGRAM</vt:lpstr>
      <vt:lpstr>PROPOSED SYSTEM DATA FLOW DIAGRAM</vt:lpstr>
      <vt:lpstr>METHODOLOGY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KOMMURI PRATAP REDDY INSTITUTE OF TECHNOLOGY  (UGC-Autonomous Institution) Ghanpur(V), Ghatkesar(M), Medchal(D), Hyderabad-500088  </dc:title>
  <dc:creator>Narisetty Pujitha</dc:creator>
  <cp:lastModifiedBy>Sravya Kandala</cp:lastModifiedBy>
  <cp:revision>3</cp:revision>
  <dcterms:created xsi:type="dcterms:W3CDTF">2026-09-07T04:43:43Z</dcterms:created>
  <dcterms:modified xsi:type="dcterms:W3CDTF">2026-10-06T17:02:08Z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827CA2E7A6D1463F95D4D0D9385CD1CB_11</vt:lpwstr>
  </property>
</Properties>
</file>